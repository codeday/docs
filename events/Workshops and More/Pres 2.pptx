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5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0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6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8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4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2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5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9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A2ED5-7266-4EAE-8E0C-690C96B3C54B}" type="datetimeFigureOut">
              <a:rPr lang="en-US" smtClean="0"/>
              <a:t>12/29/2016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7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HTTP and Web Servers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CodeBreak</a:t>
            </a:r>
            <a:r>
              <a:rPr lang="en-US" dirty="0"/>
              <a:t> Winter 2016</a:t>
            </a:r>
          </a:p>
        </p:txBody>
      </p:sp>
    </p:spTree>
    <p:extLst>
      <p:ext uri="{BB962C8B-B14F-4D97-AF65-F5344CB8AC3E}">
        <p14:creationId xmlns:p14="http://schemas.microsoft.com/office/powerpoint/2010/main" val="360272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“Server”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Probably magic, right?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(Picture: </a:t>
            </a:r>
            <a:r>
              <a:rPr lang="en-US" dirty="0" err="1"/>
              <a:t>DarkSoul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077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Servers aren’t magic.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Something that provides services for other computers (“clients”)</a:t>
            </a:r>
          </a:p>
          <a:p>
            <a:r>
              <a:rPr lang="en-US" dirty="0"/>
              <a:t>Just a program</a:t>
            </a:r>
          </a:p>
          <a:p>
            <a:r>
              <a:rPr lang="en-US" dirty="0"/>
              <a:t>“Provides services” is very generic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Computer meant for only running server programs = “server”</a:t>
            </a:r>
          </a:p>
          <a:p>
            <a:r>
              <a:rPr lang="en-US" dirty="0"/>
              <a:t>Programs themselves are the server</a:t>
            </a:r>
          </a:p>
        </p:txBody>
      </p:sp>
    </p:spTree>
    <p:extLst>
      <p:ext uri="{BB962C8B-B14F-4D97-AF65-F5344CB8AC3E}">
        <p14:creationId xmlns:p14="http://schemas.microsoft.com/office/powerpoint/2010/main" val="175591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“Protocol”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agreed-upon way of exchanging information</a:t>
            </a:r>
          </a:p>
          <a:p>
            <a:r>
              <a:rPr lang="en-US" dirty="0"/>
              <a:t>Something that follows specifications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9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= Hyper Text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“protocol” for loading things on the web</a:t>
            </a:r>
          </a:p>
          <a:p>
            <a:r>
              <a:rPr lang="en-US" dirty="0"/>
              <a:t>(HTTPS = HTTP, but encrypted)</a:t>
            </a:r>
          </a:p>
        </p:txBody>
      </p:sp>
    </p:spTree>
    <p:extLst>
      <p:ext uri="{BB962C8B-B14F-4D97-AF65-F5344CB8AC3E}">
        <p14:creationId xmlns:p14="http://schemas.microsoft.com/office/powerpoint/2010/main" val="335353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HTTP Request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(Client to Server)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GET /test.html HTTP/1.1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Host: tyler.vc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Response (Server to Client)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HTTP/1.1 200 OK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Content-Length: 88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Content-Type: text/html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Connection: Closed</a:t>
            </a:r>
            <a:br>
              <a:rPr lang="en-US" sz="1800" dirty="0">
                <a:latin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&lt;html&gt;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&lt;body&gt;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&lt;h1&gt;Hello, World!&lt;/h1&gt;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&lt;/body&gt;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76848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“404”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(Client to Server)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GET /test2.html HTTP/1.1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Host: tyler.vc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Response (Server to Client)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HTTP/1.1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404 File Not Found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Content-Length: 89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Content-Type: text/html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Connection: Closed</a:t>
            </a:r>
            <a:br>
              <a:rPr lang="en-US" sz="1800" dirty="0">
                <a:latin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&lt;html&gt;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&lt;body&gt;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&lt;h1&gt;File Not Found&lt;/h1&gt;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&lt;/body&gt;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3977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“POST”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(Client to Server)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POST</a:t>
            </a:r>
            <a:r>
              <a:rPr lang="en-US" sz="1800" dirty="0">
                <a:latin typeface="Consolas" panose="020B0609020204030204" pitchFamily="49" charset="0"/>
              </a:rPr>
              <a:t> /test3.php HTTP/1.1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Host: tyler.vc</a:t>
            </a:r>
            <a:br>
              <a:rPr lang="en-US" sz="1800" dirty="0">
                <a:latin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parameter=</a:t>
            </a:r>
            <a:r>
              <a:rPr lang="en-US" sz="1800" dirty="0" err="1">
                <a:latin typeface="Consolas" panose="020B0609020204030204" pitchFamily="49" charset="0"/>
              </a:rPr>
              <a:t>value&amp;also</a:t>
            </a:r>
            <a:r>
              <a:rPr lang="en-US" sz="1800" dirty="0">
                <a:latin typeface="Consolas" panose="020B0609020204030204" pitchFamily="49" charset="0"/>
              </a:rPr>
              <a:t>=another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Response (Server to Client)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HTTP/1.1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302 Found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Content-Length: 0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Content-Type: text/html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Connection: Closed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Location: http://tyler.vc/ok.html</a:t>
            </a:r>
          </a:p>
        </p:txBody>
      </p:sp>
    </p:spTree>
    <p:extLst>
      <p:ext uri="{BB962C8B-B14F-4D97-AF65-F5344CB8AC3E}">
        <p14:creationId xmlns:p14="http://schemas.microsoft.com/office/powerpoint/2010/main" val="55711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Server Does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(Client to Server)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84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GET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/test.html</a:t>
            </a:r>
            <a:r>
              <a:rPr lang="en-US" sz="1800" dirty="0">
                <a:latin typeface="Consolas" panose="020B0609020204030204" pitchFamily="49" charset="0"/>
              </a:rPr>
              <a:t> HTTP/1.1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Host: 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tyler.vc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Web Server Pseudo-Code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Read the request, get the file name and host</a:t>
            </a:r>
          </a:p>
          <a:p>
            <a:pPr marL="342900" indent="-342900">
              <a:buAutoNum type="arabicPeriod"/>
            </a:pPr>
            <a:r>
              <a:rPr lang="en-US" sz="1800" dirty="0"/>
              <a:t>Read the </a:t>
            </a:r>
            <a:r>
              <a:rPr lang="en-US" sz="1800" dirty="0" err="1"/>
              <a:t>config</a:t>
            </a:r>
            <a:r>
              <a:rPr lang="en-US" sz="1800" dirty="0"/>
              <a:t> file, find the section for host</a:t>
            </a:r>
          </a:p>
          <a:p>
            <a:pPr marL="342900" indent="-342900">
              <a:buAutoNum type="arabicPeriod"/>
            </a:pPr>
            <a:r>
              <a:rPr lang="en-US" sz="1800" dirty="0"/>
              <a:t>Look for the file name from the request in the directory from the </a:t>
            </a:r>
            <a:r>
              <a:rPr lang="en-US" sz="1800" dirty="0" err="1"/>
              <a:t>config</a:t>
            </a:r>
            <a:r>
              <a:rPr lang="en-US" sz="1800" dirty="0"/>
              <a:t> file</a:t>
            </a:r>
          </a:p>
          <a:p>
            <a:pPr marL="342900" indent="-342900">
              <a:buAutoNum type="arabicPeriod"/>
            </a:pPr>
            <a:r>
              <a:rPr lang="en-US" sz="1800" dirty="0"/>
              <a:t>Return the text for that</a:t>
            </a: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839788" y="3006726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Config</a:t>
            </a:r>
            <a:r>
              <a:rPr lang="en-US" dirty="0"/>
              <a:t>: /</a:t>
            </a:r>
            <a:r>
              <a:rPr lang="en-US" dirty="0" err="1"/>
              <a:t>etc</a:t>
            </a:r>
            <a:r>
              <a:rPr lang="en-US" dirty="0"/>
              <a:t>/apache2/</a:t>
            </a:r>
            <a:r>
              <a:rPr lang="en-US" dirty="0" err="1"/>
              <a:t>httpd.conf</a:t>
            </a:r>
            <a:endParaRPr lang="en-US" dirty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839788" y="3830638"/>
            <a:ext cx="5157787" cy="8405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dirty="0">
                <a:latin typeface="Consolas" panose="020B0609020204030204" pitchFamily="49" charset="0"/>
              </a:rPr>
              <a:t>&lt;VirtualHost *:80&gt;</a:t>
            </a:r>
            <a:br>
              <a:rPr lang="pt-BR" sz="1800" dirty="0">
                <a:latin typeface="Consolas" panose="020B0609020204030204" pitchFamily="49" charset="0"/>
              </a:rPr>
            </a:br>
            <a:r>
              <a:rPr lang="pt-BR" sz="1800" dirty="0">
                <a:latin typeface="Consolas" panose="020B0609020204030204" pitchFamily="49" charset="0"/>
              </a:rPr>
              <a:t>    DocumentRoot  </a:t>
            </a:r>
            <a:r>
              <a:rPr lang="pt-BR" sz="1800" dirty="0">
                <a:solidFill>
                  <a:srgbClr val="7030A0"/>
                </a:solidFill>
                <a:latin typeface="Consolas" panose="020B0609020204030204" pitchFamily="49" charset="0"/>
              </a:rPr>
              <a:t>/var/www</a:t>
            </a:r>
            <a:br>
              <a:rPr lang="pt-BR" sz="1800" dirty="0">
                <a:latin typeface="Consolas" panose="020B0609020204030204" pitchFamily="49" charset="0"/>
              </a:rPr>
            </a:br>
            <a:r>
              <a:rPr lang="pt-BR" sz="1800" dirty="0">
                <a:latin typeface="Consolas" panose="020B0609020204030204" pitchFamily="49" charset="0"/>
              </a:rPr>
              <a:t>    ServerName  </a:t>
            </a:r>
            <a:r>
              <a:rPr lang="pt-BR" sz="1800" dirty="0">
                <a:solidFill>
                  <a:srgbClr val="00B0F0"/>
                </a:solidFill>
                <a:latin typeface="Consolas" panose="020B0609020204030204" pitchFamily="49" charset="0"/>
              </a:rPr>
              <a:t>tyler.vc</a:t>
            </a:r>
            <a:br>
              <a:rPr lang="pt-BR" sz="1800" dirty="0">
                <a:latin typeface="Consolas" panose="020B0609020204030204" pitchFamily="49" charset="0"/>
              </a:rPr>
            </a:br>
            <a:r>
              <a:rPr lang="pt-BR" sz="1800" dirty="0">
                <a:latin typeface="Consolas" panose="020B0609020204030204" pitchFamily="49" charset="0"/>
              </a:rPr>
              <a:t>&lt;/VirtualHost&gt;</a:t>
            </a:r>
            <a:endParaRPr lang="en-US" sz="18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 Placeholder 3"/>
          <p:cNvSpPr txBox="1">
            <a:spLocks/>
          </p:cNvSpPr>
          <p:nvPr/>
        </p:nvSpPr>
        <p:spPr>
          <a:xfrm>
            <a:off x="839788" y="460123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/</a:t>
            </a:r>
            <a:r>
              <a:rPr lang="en-US" dirty="0" err="1">
                <a:solidFill>
                  <a:srgbClr val="7030A0"/>
                </a:solidFill>
              </a:rPr>
              <a:t>var</a:t>
            </a:r>
            <a:r>
              <a:rPr lang="en-US" dirty="0">
                <a:solidFill>
                  <a:srgbClr val="7030A0"/>
                </a:solidFill>
              </a:rPr>
              <a:t>/www</a:t>
            </a: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839788" y="5425142"/>
            <a:ext cx="5157787" cy="840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-test.html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-test3.php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-me.jpg</a:t>
            </a:r>
          </a:p>
        </p:txBody>
      </p:sp>
    </p:spTree>
    <p:extLst>
      <p:ext uri="{BB962C8B-B14F-4D97-AF65-F5344CB8AC3E}">
        <p14:creationId xmlns:p14="http://schemas.microsoft.com/office/powerpoint/2010/main" val="11694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Are Not Necessary!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is just text!</a:t>
            </a:r>
          </a:p>
          <a:p>
            <a:r>
              <a:rPr lang="en-US" dirty="0"/>
              <a:t>We can code it however we want, as long as we “speak” HTTP</a:t>
            </a:r>
          </a:p>
        </p:txBody>
      </p:sp>
    </p:spTree>
    <p:extLst>
      <p:ext uri="{BB962C8B-B14F-4D97-AF65-F5344CB8AC3E}">
        <p14:creationId xmlns:p14="http://schemas.microsoft.com/office/powerpoint/2010/main" val="296912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0276"/>
      </p:ext>
    </p:extLst>
  </p:cSld>
  <p:clrMapOvr>
    <a:masterClrMapping/>
  </p:clrMapOvr>
</p:sld>
</file>

<file path=ppt/theme/theme1.xml><?xml version="1.0" encoding="utf-8"?>
<a:theme xmlns:a="http://schemas.openxmlformats.org/drawingml/2006/main" name="StudentRND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tudentRND">
      <a:majorFont>
        <a:latin typeface="Avenir Next Demi Bold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7322896-2761-4DA3-A9DC-87A7B73A0441}" vid="{C2E2F4A8-72EF-454E-B0E5-48FCC16CC0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249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</vt:lpstr>
      <vt:lpstr>Avenir Next Demi Bold</vt:lpstr>
      <vt:lpstr>Consolas</vt:lpstr>
      <vt:lpstr>StudentRND</vt:lpstr>
      <vt:lpstr>Intro to HTTP and Web Servers</vt:lpstr>
      <vt:lpstr>“Server”</vt:lpstr>
      <vt:lpstr>Servers aren’t magic.</vt:lpstr>
      <vt:lpstr>“Protocol”</vt:lpstr>
      <vt:lpstr>HTTP = Hyper Text Transport Protocol</vt:lpstr>
      <vt:lpstr>Example HTTP Request</vt:lpstr>
      <vt:lpstr>“404”</vt:lpstr>
      <vt:lpstr>“POST”</vt:lpstr>
      <vt:lpstr>What the Server Does</vt:lpstr>
      <vt:lpstr>Files Are Not Necessary!</vt:lpstr>
      <vt:lpstr>Web Servers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</dc:title>
  <dc:creator>Tyler Menezes</dc:creator>
  <cp:lastModifiedBy>Tyler Menezes</cp:lastModifiedBy>
  <cp:revision>18</cp:revision>
  <dcterms:created xsi:type="dcterms:W3CDTF">2016-12-22T23:16:47Z</dcterms:created>
  <dcterms:modified xsi:type="dcterms:W3CDTF">2016-12-29T21:46:22Z</dcterms:modified>
</cp:coreProperties>
</file>