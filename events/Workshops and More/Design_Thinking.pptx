
<file path=[Content_Types].xml><?xml version="1.0" encoding="utf-8"?>
<Types xmlns="http://schemas.openxmlformats.org/package/2006/content-types">
  <Default Extension="png" ContentType="image/png"/>
  <Default Extension="webp" ContentType="image/jpe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0" r:id="rId6"/>
    <p:sldId id="261" r:id="rId7"/>
    <p:sldId id="259" r:id="rId8"/>
    <p:sldId id="257" r:id="rId9"/>
    <p:sldId id="262" r:id="rId10"/>
    <p:sldId id="263" r:id="rId11"/>
    <p:sldId id="258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4" r:id="rId21"/>
    <p:sldId id="275" r:id="rId22"/>
    <p:sldId id="278" r:id="rId23"/>
    <p:sldId id="280" r:id="rId24"/>
    <p:sldId id="281" r:id="rId25"/>
    <p:sldId id="282" r:id="rId26"/>
    <p:sldId id="279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CCAB008-221C-4348-95F7-823B617BEB4B}" v="5469" dt="2019-07-08T17:58:38.1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77" d="100"/>
          <a:sy n="77" d="100"/>
        </p:scale>
        <p:origin x="68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presProps" Target="presProps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tableStyles" Target="tableStyle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microsoft.com/office/2016/11/relationships/changesInfo" Target="changesInfos/changesInfo1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yler Menezes" userId="a9242bca-9911-4b91-90f6-f2a17cf77fe3" providerId="ADAL" clId="{8CCAB008-221C-4348-95F7-823B617BEB4B}"/>
    <pc:docChg chg="undo custSel addSld delSld modSld">
      <pc:chgData name="Tyler Menezes" userId="a9242bca-9911-4b91-90f6-f2a17cf77fe3" providerId="ADAL" clId="{8CCAB008-221C-4348-95F7-823B617BEB4B}" dt="2019-07-08T17:58:38.151" v="5468" actId="1076"/>
      <pc:docMkLst>
        <pc:docMk/>
      </pc:docMkLst>
      <pc:sldChg chg="delSp modSp">
        <pc:chgData name="Tyler Menezes" userId="a9242bca-9911-4b91-90f6-f2a17cf77fe3" providerId="ADAL" clId="{8CCAB008-221C-4348-95F7-823B617BEB4B}" dt="2019-07-08T17:58:01.531" v="5439" actId="1076"/>
        <pc:sldMkLst>
          <pc:docMk/>
          <pc:sldMk cId="2909039792" sldId="256"/>
        </pc:sldMkLst>
        <pc:spChg chg="mod">
          <ac:chgData name="Tyler Menezes" userId="a9242bca-9911-4b91-90f6-f2a17cf77fe3" providerId="ADAL" clId="{8CCAB008-221C-4348-95F7-823B617BEB4B}" dt="2019-07-08T17:58:01.531" v="5439" actId="1076"/>
          <ac:spMkLst>
            <pc:docMk/>
            <pc:sldMk cId="2909039792" sldId="256"/>
            <ac:spMk id="2" creationId="{E2D70AC0-FB1F-4B6B-8261-58034DBED306}"/>
          </ac:spMkLst>
        </pc:spChg>
        <pc:spChg chg="del">
          <ac:chgData name="Tyler Menezes" userId="a9242bca-9911-4b91-90f6-f2a17cf77fe3" providerId="ADAL" clId="{8CCAB008-221C-4348-95F7-823B617BEB4B}" dt="2019-07-08T17:57:52.490" v="5436" actId="478"/>
          <ac:spMkLst>
            <pc:docMk/>
            <pc:sldMk cId="2909039792" sldId="256"/>
            <ac:spMk id="3" creationId="{457D539C-660C-4873-886E-26FCEF931679}"/>
          </ac:spMkLst>
        </pc:spChg>
      </pc:sldChg>
      <pc:sldChg chg="modSp add">
        <pc:chgData name="Tyler Menezes" userId="a9242bca-9911-4b91-90f6-f2a17cf77fe3" providerId="ADAL" clId="{8CCAB008-221C-4348-95F7-823B617BEB4B}" dt="2019-07-08T17:06:35.596" v="630" actId="20577"/>
        <pc:sldMkLst>
          <pc:docMk/>
          <pc:sldMk cId="3154677520" sldId="270"/>
        </pc:sldMkLst>
        <pc:spChg chg="mod">
          <ac:chgData name="Tyler Menezes" userId="a9242bca-9911-4b91-90f6-f2a17cf77fe3" providerId="ADAL" clId="{8CCAB008-221C-4348-95F7-823B617BEB4B}" dt="2019-07-08T17:03:06.863" v="14" actId="20577"/>
          <ac:spMkLst>
            <pc:docMk/>
            <pc:sldMk cId="3154677520" sldId="270"/>
            <ac:spMk id="2" creationId="{458D09AE-3073-488E-8AA2-4DE5E1B35B41}"/>
          </ac:spMkLst>
        </pc:spChg>
        <pc:spChg chg="mod">
          <ac:chgData name="Tyler Menezes" userId="a9242bca-9911-4b91-90f6-f2a17cf77fe3" providerId="ADAL" clId="{8CCAB008-221C-4348-95F7-823B617BEB4B}" dt="2019-07-08T17:06:35.596" v="630" actId="20577"/>
          <ac:spMkLst>
            <pc:docMk/>
            <pc:sldMk cId="3154677520" sldId="270"/>
            <ac:spMk id="3" creationId="{4A22496C-5CDB-48B1-ADC5-6E16DB4BDA9A}"/>
          </ac:spMkLst>
        </pc:spChg>
      </pc:sldChg>
      <pc:sldChg chg="addSp delSp add setBg">
        <pc:chgData name="Tyler Menezes" userId="a9242bca-9911-4b91-90f6-f2a17cf77fe3" providerId="ADAL" clId="{8CCAB008-221C-4348-95F7-823B617BEB4B}" dt="2019-07-08T17:07:20.825" v="634"/>
        <pc:sldMkLst>
          <pc:docMk/>
          <pc:sldMk cId="684085333" sldId="271"/>
        </pc:sldMkLst>
        <pc:spChg chg="del">
          <ac:chgData name="Tyler Menezes" userId="a9242bca-9911-4b91-90f6-f2a17cf77fe3" providerId="ADAL" clId="{8CCAB008-221C-4348-95F7-823B617BEB4B}" dt="2019-07-08T17:07:09.833" v="632" actId="478"/>
          <ac:spMkLst>
            <pc:docMk/>
            <pc:sldMk cId="684085333" sldId="271"/>
            <ac:spMk id="2" creationId="{A587A08D-56C1-491C-A939-F66F35DEFCC0}"/>
          </ac:spMkLst>
        </pc:spChg>
        <pc:spChg chg="del">
          <ac:chgData name="Tyler Menezes" userId="a9242bca-9911-4b91-90f6-f2a17cf77fe3" providerId="ADAL" clId="{8CCAB008-221C-4348-95F7-823B617BEB4B}" dt="2019-07-08T17:07:09.833" v="632" actId="478"/>
          <ac:spMkLst>
            <pc:docMk/>
            <pc:sldMk cId="684085333" sldId="271"/>
            <ac:spMk id="3" creationId="{05E076C6-A1B0-42F0-BF1C-F0B930595EAF}"/>
          </ac:spMkLst>
        </pc:spChg>
        <pc:picChg chg="add">
          <ac:chgData name="Tyler Menezes" userId="a9242bca-9911-4b91-90f6-f2a17cf77fe3" providerId="ADAL" clId="{8CCAB008-221C-4348-95F7-823B617BEB4B}" dt="2019-07-08T17:07:11.644" v="633"/>
          <ac:picMkLst>
            <pc:docMk/>
            <pc:sldMk cId="684085333" sldId="271"/>
            <ac:picMk id="4" creationId="{B7CF589D-437A-4A96-A170-965C95083083}"/>
          </ac:picMkLst>
        </pc:picChg>
      </pc:sldChg>
      <pc:sldChg chg="add del">
        <pc:chgData name="Tyler Menezes" userId="a9242bca-9911-4b91-90f6-f2a17cf77fe3" providerId="ADAL" clId="{8CCAB008-221C-4348-95F7-823B617BEB4B}" dt="2019-07-08T17:11:39.642" v="1342" actId="2696"/>
        <pc:sldMkLst>
          <pc:docMk/>
          <pc:sldMk cId="1751548963" sldId="272"/>
        </pc:sldMkLst>
      </pc:sldChg>
      <pc:sldChg chg="add del">
        <pc:chgData name="Tyler Menezes" userId="a9242bca-9911-4b91-90f6-f2a17cf77fe3" providerId="ADAL" clId="{8CCAB008-221C-4348-95F7-823B617BEB4B}" dt="2019-07-08T17:07:49.267" v="636" actId="2696"/>
        <pc:sldMkLst>
          <pc:docMk/>
          <pc:sldMk cId="3016276692" sldId="272"/>
        </pc:sldMkLst>
      </pc:sldChg>
      <pc:sldChg chg="addSp delSp modSp add del">
        <pc:chgData name="Tyler Menezes" userId="a9242bca-9911-4b91-90f6-f2a17cf77fe3" providerId="ADAL" clId="{8CCAB008-221C-4348-95F7-823B617BEB4B}" dt="2019-07-08T17:08:54.984" v="794" actId="2696"/>
        <pc:sldMkLst>
          <pc:docMk/>
          <pc:sldMk cId="2785342438" sldId="273"/>
        </pc:sldMkLst>
        <pc:spChg chg="mod">
          <ac:chgData name="Tyler Menezes" userId="a9242bca-9911-4b91-90f6-f2a17cf77fe3" providerId="ADAL" clId="{8CCAB008-221C-4348-95F7-823B617BEB4B}" dt="2019-07-08T17:08:20.779" v="698" actId="1076"/>
          <ac:spMkLst>
            <pc:docMk/>
            <pc:sldMk cId="2785342438" sldId="273"/>
            <ac:spMk id="2" creationId="{3204F420-60D8-473D-98CC-E353154DE935}"/>
          </ac:spMkLst>
        </pc:spChg>
        <pc:spChg chg="del">
          <ac:chgData name="Tyler Menezes" userId="a9242bca-9911-4b91-90f6-f2a17cf77fe3" providerId="ADAL" clId="{8CCAB008-221C-4348-95F7-823B617BEB4B}" dt="2019-07-08T17:08:14.580" v="695"/>
          <ac:spMkLst>
            <pc:docMk/>
            <pc:sldMk cId="2785342438" sldId="273"/>
            <ac:spMk id="3" creationId="{64CEA1A7-358D-4B2D-AF16-FFA04F98B0DC}"/>
          </ac:spMkLst>
        </pc:spChg>
        <pc:spChg chg="add del mod">
          <ac:chgData name="Tyler Menezes" userId="a9242bca-9911-4b91-90f6-f2a17cf77fe3" providerId="ADAL" clId="{8CCAB008-221C-4348-95F7-823B617BEB4B}" dt="2019-07-08T17:08:16.484" v="696" actId="478"/>
          <ac:spMkLst>
            <pc:docMk/>
            <pc:sldMk cId="2785342438" sldId="273"/>
            <ac:spMk id="4" creationId="{5CB6468C-0646-4C07-A534-EF8BB506EF2A}"/>
          </ac:spMkLst>
        </pc:spChg>
      </pc:sldChg>
      <pc:sldChg chg="modSp add">
        <pc:chgData name="Tyler Menezes" userId="a9242bca-9911-4b91-90f6-f2a17cf77fe3" providerId="ADAL" clId="{8CCAB008-221C-4348-95F7-823B617BEB4B}" dt="2019-07-08T17:14:25.315" v="1729" actId="20577"/>
        <pc:sldMkLst>
          <pc:docMk/>
          <pc:sldMk cId="1452136000" sldId="274"/>
        </pc:sldMkLst>
        <pc:spChg chg="mod">
          <ac:chgData name="Tyler Menezes" userId="a9242bca-9911-4b91-90f6-f2a17cf77fe3" providerId="ADAL" clId="{8CCAB008-221C-4348-95F7-823B617BEB4B}" dt="2019-07-08T17:14:25.315" v="1729" actId="20577"/>
          <ac:spMkLst>
            <pc:docMk/>
            <pc:sldMk cId="1452136000" sldId="274"/>
            <ac:spMk id="2" creationId="{5DC6058E-8462-4F48-9876-F16CD38CF8BE}"/>
          </ac:spMkLst>
        </pc:spChg>
        <pc:spChg chg="mod">
          <ac:chgData name="Tyler Menezes" userId="a9242bca-9911-4b91-90f6-f2a17cf77fe3" providerId="ADAL" clId="{8CCAB008-221C-4348-95F7-823B617BEB4B}" dt="2019-07-08T17:13:49.324" v="1716" actId="20577"/>
          <ac:spMkLst>
            <pc:docMk/>
            <pc:sldMk cId="1452136000" sldId="274"/>
            <ac:spMk id="3" creationId="{C2C688FE-C58C-4F04-9084-32BCB2A2D509}"/>
          </ac:spMkLst>
        </pc:spChg>
      </pc:sldChg>
      <pc:sldChg chg="modSp add">
        <pc:chgData name="Tyler Menezes" userId="a9242bca-9911-4b91-90f6-f2a17cf77fe3" providerId="ADAL" clId="{8CCAB008-221C-4348-95F7-823B617BEB4B}" dt="2019-07-08T17:17:10.555" v="2190" actId="27636"/>
        <pc:sldMkLst>
          <pc:docMk/>
          <pc:sldMk cId="455028144" sldId="275"/>
        </pc:sldMkLst>
        <pc:spChg chg="mod">
          <ac:chgData name="Tyler Menezes" userId="a9242bca-9911-4b91-90f6-f2a17cf77fe3" providerId="ADAL" clId="{8CCAB008-221C-4348-95F7-823B617BEB4B}" dt="2019-07-08T17:14:17.819" v="1726" actId="20577"/>
          <ac:spMkLst>
            <pc:docMk/>
            <pc:sldMk cId="455028144" sldId="275"/>
            <ac:spMk id="2" creationId="{9A1F79FE-16B2-4950-AACE-486783A6EF26}"/>
          </ac:spMkLst>
        </pc:spChg>
        <pc:spChg chg="mod">
          <ac:chgData name="Tyler Menezes" userId="a9242bca-9911-4b91-90f6-f2a17cf77fe3" providerId="ADAL" clId="{8CCAB008-221C-4348-95F7-823B617BEB4B}" dt="2019-07-08T17:17:10.555" v="2190" actId="27636"/>
          <ac:spMkLst>
            <pc:docMk/>
            <pc:sldMk cId="455028144" sldId="275"/>
            <ac:spMk id="3" creationId="{53A95249-FA46-4746-B1CE-6AB1203BBDAC}"/>
          </ac:spMkLst>
        </pc:spChg>
      </pc:sldChg>
      <pc:sldChg chg="addSp delSp modSp add del">
        <pc:chgData name="Tyler Menezes" userId="a9242bca-9911-4b91-90f6-f2a17cf77fe3" providerId="ADAL" clId="{8CCAB008-221C-4348-95F7-823B617BEB4B}" dt="2019-07-08T17:21:58.088" v="3020" actId="2696"/>
        <pc:sldMkLst>
          <pc:docMk/>
          <pc:sldMk cId="4156124031" sldId="276"/>
        </pc:sldMkLst>
        <pc:spChg chg="del">
          <ac:chgData name="Tyler Menezes" userId="a9242bca-9911-4b91-90f6-f2a17cf77fe3" providerId="ADAL" clId="{8CCAB008-221C-4348-95F7-823B617BEB4B}" dt="2019-07-08T17:15:24.287" v="1868"/>
          <ac:spMkLst>
            <pc:docMk/>
            <pc:sldMk cId="4156124031" sldId="276"/>
            <ac:spMk id="2" creationId="{A5CD8C08-B599-4908-BE2C-B9E518CB6B5F}"/>
          </ac:spMkLst>
        </pc:spChg>
        <pc:spChg chg="del">
          <ac:chgData name="Tyler Menezes" userId="a9242bca-9911-4b91-90f6-f2a17cf77fe3" providerId="ADAL" clId="{8CCAB008-221C-4348-95F7-823B617BEB4B}" dt="2019-07-08T17:15:24.287" v="1868"/>
          <ac:spMkLst>
            <pc:docMk/>
            <pc:sldMk cId="4156124031" sldId="276"/>
            <ac:spMk id="3" creationId="{54A3B39C-5B4E-43EC-8FA9-46CDAD9BF220}"/>
          </ac:spMkLst>
        </pc:spChg>
        <pc:spChg chg="add del mod">
          <ac:chgData name="Tyler Menezes" userId="a9242bca-9911-4b91-90f6-f2a17cf77fe3" providerId="ADAL" clId="{8CCAB008-221C-4348-95F7-823B617BEB4B}" dt="2019-07-08T17:15:27.308" v="1869"/>
          <ac:spMkLst>
            <pc:docMk/>
            <pc:sldMk cId="4156124031" sldId="276"/>
            <ac:spMk id="4" creationId="{2BB64CD4-F913-46F4-80A2-564A0DD00839}"/>
          </ac:spMkLst>
        </pc:spChg>
        <pc:spChg chg="add del mod">
          <ac:chgData name="Tyler Menezes" userId="a9242bca-9911-4b91-90f6-f2a17cf77fe3" providerId="ADAL" clId="{8CCAB008-221C-4348-95F7-823B617BEB4B}" dt="2019-07-08T17:15:27.308" v="1869"/>
          <ac:spMkLst>
            <pc:docMk/>
            <pc:sldMk cId="4156124031" sldId="276"/>
            <ac:spMk id="5" creationId="{72DCBFFF-608F-4A17-AB03-C3E4AC030C13}"/>
          </ac:spMkLst>
        </pc:spChg>
        <pc:spChg chg="add del mod">
          <ac:chgData name="Tyler Menezes" userId="a9242bca-9911-4b91-90f6-f2a17cf77fe3" providerId="ADAL" clId="{8CCAB008-221C-4348-95F7-823B617BEB4B}" dt="2019-07-08T17:15:27.308" v="1869"/>
          <ac:spMkLst>
            <pc:docMk/>
            <pc:sldMk cId="4156124031" sldId="276"/>
            <ac:spMk id="6" creationId="{4FCE85D7-A66F-478D-96E3-7318792ADD67}"/>
          </ac:spMkLst>
        </pc:spChg>
        <pc:spChg chg="add mod">
          <ac:chgData name="Tyler Menezes" userId="a9242bca-9911-4b91-90f6-f2a17cf77fe3" providerId="ADAL" clId="{8CCAB008-221C-4348-95F7-823B617BEB4B}" dt="2019-07-08T17:17:39.632" v="2206" actId="20577"/>
          <ac:spMkLst>
            <pc:docMk/>
            <pc:sldMk cId="4156124031" sldId="276"/>
            <ac:spMk id="7" creationId="{5607973A-1059-48DE-8242-6DEB81E4F3EC}"/>
          </ac:spMkLst>
        </pc:spChg>
        <pc:spChg chg="add mod">
          <ac:chgData name="Tyler Menezes" userId="a9242bca-9911-4b91-90f6-f2a17cf77fe3" providerId="ADAL" clId="{8CCAB008-221C-4348-95F7-823B617BEB4B}" dt="2019-07-08T17:21:39.209" v="3010" actId="1076"/>
          <ac:spMkLst>
            <pc:docMk/>
            <pc:sldMk cId="4156124031" sldId="276"/>
            <ac:spMk id="8" creationId="{ED2F916A-A4F1-4FBE-B6D0-03377C5CDD77}"/>
          </ac:spMkLst>
        </pc:spChg>
        <pc:spChg chg="add mod">
          <ac:chgData name="Tyler Menezes" userId="a9242bca-9911-4b91-90f6-f2a17cf77fe3" providerId="ADAL" clId="{8CCAB008-221C-4348-95F7-823B617BEB4B}" dt="2019-07-08T17:21:39.209" v="3010" actId="1076"/>
          <ac:spMkLst>
            <pc:docMk/>
            <pc:sldMk cId="4156124031" sldId="276"/>
            <ac:spMk id="9" creationId="{1869107A-EE4D-4891-9F8A-9AF88259B813}"/>
          </ac:spMkLst>
        </pc:spChg>
        <pc:spChg chg="add mod">
          <ac:chgData name="Tyler Menezes" userId="a9242bca-9911-4b91-90f6-f2a17cf77fe3" providerId="ADAL" clId="{8CCAB008-221C-4348-95F7-823B617BEB4B}" dt="2019-07-08T17:21:41.676" v="3011" actId="14100"/>
          <ac:spMkLst>
            <pc:docMk/>
            <pc:sldMk cId="4156124031" sldId="276"/>
            <ac:spMk id="10" creationId="{8F22AA26-E074-464B-8294-C4787803FD95}"/>
          </ac:spMkLst>
        </pc:spChg>
        <pc:spChg chg="add mod">
          <ac:chgData name="Tyler Menezes" userId="a9242bca-9911-4b91-90f6-f2a17cf77fe3" providerId="ADAL" clId="{8CCAB008-221C-4348-95F7-823B617BEB4B}" dt="2019-07-08T17:21:39.209" v="3010" actId="1076"/>
          <ac:spMkLst>
            <pc:docMk/>
            <pc:sldMk cId="4156124031" sldId="276"/>
            <ac:spMk id="11" creationId="{7DFE8439-42FE-4264-AF4B-950F8E9828B1}"/>
          </ac:spMkLst>
        </pc:spChg>
        <pc:spChg chg="add mod">
          <ac:chgData name="Tyler Menezes" userId="a9242bca-9911-4b91-90f6-f2a17cf77fe3" providerId="ADAL" clId="{8CCAB008-221C-4348-95F7-823B617BEB4B}" dt="2019-07-08T17:17:42.677" v="2208" actId="114"/>
          <ac:spMkLst>
            <pc:docMk/>
            <pc:sldMk cId="4156124031" sldId="276"/>
            <ac:spMk id="12" creationId="{F645A528-3C7A-41F5-A530-802E2E62BA5F}"/>
          </ac:spMkLst>
        </pc:spChg>
      </pc:sldChg>
      <pc:sldChg chg="add del">
        <pc:chgData name="Tyler Menezes" userId="a9242bca-9911-4b91-90f6-f2a17cf77fe3" providerId="ADAL" clId="{8CCAB008-221C-4348-95F7-823B617BEB4B}" dt="2019-07-08T17:21:58.086" v="3019" actId="2696"/>
        <pc:sldMkLst>
          <pc:docMk/>
          <pc:sldMk cId="1372080823" sldId="277"/>
        </pc:sldMkLst>
      </pc:sldChg>
      <pc:sldChg chg="addSp delSp modSp add">
        <pc:chgData name="Tyler Menezes" userId="a9242bca-9911-4b91-90f6-f2a17cf77fe3" providerId="ADAL" clId="{8CCAB008-221C-4348-95F7-823B617BEB4B}" dt="2019-07-08T17:22:22.520" v="3029" actId="478"/>
        <pc:sldMkLst>
          <pc:docMk/>
          <pc:sldMk cId="2365165016" sldId="278"/>
        </pc:sldMkLst>
        <pc:spChg chg="add del mod">
          <ac:chgData name="Tyler Menezes" userId="a9242bca-9911-4b91-90f6-f2a17cf77fe3" providerId="ADAL" clId="{8CCAB008-221C-4348-95F7-823B617BEB4B}" dt="2019-07-08T17:21:50.964" v="3016" actId="478"/>
          <ac:spMkLst>
            <pc:docMk/>
            <pc:sldMk cId="2365165016" sldId="278"/>
            <ac:spMk id="3" creationId="{EE2A36B1-2F88-42E2-9FA6-38DA695D7EBB}"/>
          </ac:spMkLst>
        </pc:spChg>
        <pc:spChg chg="add del mod">
          <ac:chgData name="Tyler Menezes" userId="a9242bca-9911-4b91-90f6-f2a17cf77fe3" providerId="ADAL" clId="{8CCAB008-221C-4348-95F7-823B617BEB4B}" dt="2019-07-08T17:21:52.863" v="3018" actId="478"/>
          <ac:spMkLst>
            <pc:docMk/>
            <pc:sldMk cId="2365165016" sldId="278"/>
            <ac:spMk id="5" creationId="{C84D7B5E-CC4C-476E-A73E-83739F100F71}"/>
          </ac:spMkLst>
        </pc:spChg>
        <pc:spChg chg="del">
          <ac:chgData name="Tyler Menezes" userId="a9242bca-9911-4b91-90f6-f2a17cf77fe3" providerId="ADAL" clId="{8CCAB008-221C-4348-95F7-823B617BEB4B}" dt="2019-07-08T17:22:18.042" v="3027" actId="478"/>
          <ac:spMkLst>
            <pc:docMk/>
            <pc:sldMk cId="2365165016" sldId="278"/>
            <ac:spMk id="8" creationId="{ED2F916A-A4F1-4FBE-B6D0-03377C5CDD77}"/>
          </ac:spMkLst>
        </pc:spChg>
        <pc:spChg chg="del">
          <ac:chgData name="Tyler Menezes" userId="a9242bca-9911-4b91-90f6-f2a17cf77fe3" providerId="ADAL" clId="{8CCAB008-221C-4348-95F7-823B617BEB4B}" dt="2019-07-08T17:22:18.042" v="3027" actId="478"/>
          <ac:spMkLst>
            <pc:docMk/>
            <pc:sldMk cId="2365165016" sldId="278"/>
            <ac:spMk id="9" creationId="{1869107A-EE4D-4891-9F8A-9AF88259B813}"/>
          </ac:spMkLst>
        </pc:spChg>
        <pc:spChg chg="del">
          <ac:chgData name="Tyler Menezes" userId="a9242bca-9911-4b91-90f6-f2a17cf77fe3" providerId="ADAL" clId="{8CCAB008-221C-4348-95F7-823B617BEB4B}" dt="2019-07-08T17:21:51.881" v="3017" actId="478"/>
          <ac:spMkLst>
            <pc:docMk/>
            <pc:sldMk cId="2365165016" sldId="278"/>
            <ac:spMk id="10" creationId="{8F22AA26-E074-464B-8294-C4787803FD95}"/>
          </ac:spMkLst>
        </pc:spChg>
        <pc:spChg chg="del">
          <ac:chgData name="Tyler Menezes" userId="a9242bca-9911-4b91-90f6-f2a17cf77fe3" providerId="ADAL" clId="{8CCAB008-221C-4348-95F7-823B617BEB4B}" dt="2019-07-08T17:21:49.398" v="3015" actId="478"/>
          <ac:spMkLst>
            <pc:docMk/>
            <pc:sldMk cId="2365165016" sldId="278"/>
            <ac:spMk id="11" creationId="{7DFE8439-42FE-4264-AF4B-950F8E9828B1}"/>
          </ac:spMkLst>
        </pc:spChg>
        <pc:spChg chg="add del mod">
          <ac:chgData name="Tyler Menezes" userId="a9242bca-9911-4b91-90f6-f2a17cf77fe3" providerId="ADAL" clId="{8CCAB008-221C-4348-95F7-823B617BEB4B}" dt="2019-07-08T17:22:22.520" v="3029" actId="478"/>
          <ac:spMkLst>
            <pc:docMk/>
            <pc:sldMk cId="2365165016" sldId="278"/>
            <ac:spMk id="13" creationId="{9426C679-EB85-407F-94AA-21382CF357C6}"/>
          </ac:spMkLst>
        </pc:spChg>
        <pc:spChg chg="add del mod">
          <ac:chgData name="Tyler Menezes" userId="a9242bca-9911-4b91-90f6-f2a17cf77fe3" providerId="ADAL" clId="{8CCAB008-221C-4348-95F7-823B617BEB4B}" dt="2019-07-08T17:22:21.165" v="3028" actId="478"/>
          <ac:spMkLst>
            <pc:docMk/>
            <pc:sldMk cId="2365165016" sldId="278"/>
            <ac:spMk id="15" creationId="{B36582D0-6A05-4707-9A3D-1B1131A8D510}"/>
          </ac:spMkLst>
        </pc:spChg>
      </pc:sldChg>
      <pc:sldChg chg="add">
        <pc:chgData name="Tyler Menezes" userId="a9242bca-9911-4b91-90f6-f2a17cf77fe3" providerId="ADAL" clId="{8CCAB008-221C-4348-95F7-823B617BEB4B}" dt="2019-07-08T17:21:47.474" v="3014"/>
        <pc:sldMkLst>
          <pc:docMk/>
          <pc:sldMk cId="975919437" sldId="279"/>
        </pc:sldMkLst>
      </pc:sldChg>
      <pc:sldChg chg="modSp add">
        <pc:chgData name="Tyler Menezes" userId="a9242bca-9911-4b91-90f6-f2a17cf77fe3" providerId="ADAL" clId="{8CCAB008-221C-4348-95F7-823B617BEB4B}" dt="2019-07-08T17:22:13.696" v="3026" actId="6549"/>
        <pc:sldMkLst>
          <pc:docMk/>
          <pc:sldMk cId="897582988" sldId="280"/>
        </pc:sldMkLst>
        <pc:spChg chg="mod">
          <ac:chgData name="Tyler Menezes" userId="a9242bca-9911-4b91-90f6-f2a17cf77fe3" providerId="ADAL" clId="{8CCAB008-221C-4348-95F7-823B617BEB4B}" dt="2019-07-08T17:22:13.696" v="3026" actId="6549"/>
          <ac:spMkLst>
            <pc:docMk/>
            <pc:sldMk cId="897582988" sldId="280"/>
            <ac:spMk id="9" creationId="{1869107A-EE4D-4891-9F8A-9AF88259B813}"/>
          </ac:spMkLst>
        </pc:spChg>
      </pc:sldChg>
      <pc:sldChg chg="modSp add">
        <pc:chgData name="Tyler Menezes" userId="a9242bca-9911-4b91-90f6-f2a17cf77fe3" providerId="ADAL" clId="{8CCAB008-221C-4348-95F7-823B617BEB4B}" dt="2019-07-08T17:22:09.288" v="3024" actId="6549"/>
        <pc:sldMkLst>
          <pc:docMk/>
          <pc:sldMk cId="1529067867" sldId="281"/>
        </pc:sldMkLst>
        <pc:spChg chg="mod">
          <ac:chgData name="Tyler Menezes" userId="a9242bca-9911-4b91-90f6-f2a17cf77fe3" providerId="ADAL" clId="{8CCAB008-221C-4348-95F7-823B617BEB4B}" dt="2019-07-08T17:22:09.288" v="3024" actId="6549"/>
          <ac:spMkLst>
            <pc:docMk/>
            <pc:sldMk cId="1529067867" sldId="281"/>
            <ac:spMk id="9" creationId="{1869107A-EE4D-4891-9F8A-9AF88259B813}"/>
          </ac:spMkLst>
        </pc:spChg>
      </pc:sldChg>
      <pc:sldChg chg="add">
        <pc:chgData name="Tyler Menezes" userId="a9242bca-9911-4b91-90f6-f2a17cf77fe3" providerId="ADAL" clId="{8CCAB008-221C-4348-95F7-823B617BEB4B}" dt="2019-07-08T17:22:05.090" v="3023"/>
        <pc:sldMkLst>
          <pc:docMk/>
          <pc:sldMk cId="394125973" sldId="282"/>
        </pc:sldMkLst>
      </pc:sldChg>
      <pc:sldChg chg="addSp delSp modSp add">
        <pc:chgData name="Tyler Menezes" userId="a9242bca-9911-4b91-90f6-f2a17cf77fe3" providerId="ADAL" clId="{8CCAB008-221C-4348-95F7-823B617BEB4B}" dt="2019-07-08T17:30:20.603" v="4438" actId="15"/>
        <pc:sldMkLst>
          <pc:docMk/>
          <pc:sldMk cId="2314715308" sldId="283"/>
        </pc:sldMkLst>
        <pc:spChg chg="del">
          <ac:chgData name="Tyler Menezes" userId="a9242bca-9911-4b91-90f6-f2a17cf77fe3" providerId="ADAL" clId="{8CCAB008-221C-4348-95F7-823B617BEB4B}" dt="2019-07-08T17:22:36.069" v="3031"/>
          <ac:spMkLst>
            <pc:docMk/>
            <pc:sldMk cId="2314715308" sldId="283"/>
            <ac:spMk id="2" creationId="{83B1E1A8-84A3-4FC2-8F19-DE409450E312}"/>
          </ac:spMkLst>
        </pc:spChg>
        <pc:spChg chg="del">
          <ac:chgData name="Tyler Menezes" userId="a9242bca-9911-4b91-90f6-f2a17cf77fe3" providerId="ADAL" clId="{8CCAB008-221C-4348-95F7-823B617BEB4B}" dt="2019-07-08T17:22:36.069" v="3031"/>
          <ac:spMkLst>
            <pc:docMk/>
            <pc:sldMk cId="2314715308" sldId="283"/>
            <ac:spMk id="3" creationId="{6330FEEE-5F2A-4393-87D1-4DCA7FE1E70E}"/>
          </ac:spMkLst>
        </pc:spChg>
        <pc:spChg chg="del">
          <ac:chgData name="Tyler Menezes" userId="a9242bca-9911-4b91-90f6-f2a17cf77fe3" providerId="ADAL" clId="{8CCAB008-221C-4348-95F7-823B617BEB4B}" dt="2019-07-08T17:22:36.069" v="3031"/>
          <ac:spMkLst>
            <pc:docMk/>
            <pc:sldMk cId="2314715308" sldId="283"/>
            <ac:spMk id="4" creationId="{479AF7E6-0A3E-4439-A90B-B6E7DA279849}"/>
          </ac:spMkLst>
        </pc:spChg>
        <pc:spChg chg="del">
          <ac:chgData name="Tyler Menezes" userId="a9242bca-9911-4b91-90f6-f2a17cf77fe3" providerId="ADAL" clId="{8CCAB008-221C-4348-95F7-823B617BEB4B}" dt="2019-07-08T17:22:36.069" v="3031"/>
          <ac:spMkLst>
            <pc:docMk/>
            <pc:sldMk cId="2314715308" sldId="283"/>
            <ac:spMk id="5" creationId="{9C8C3A23-41DA-4982-A90D-367E316D745C}"/>
          </ac:spMkLst>
        </pc:spChg>
        <pc:spChg chg="del">
          <ac:chgData name="Tyler Menezes" userId="a9242bca-9911-4b91-90f6-f2a17cf77fe3" providerId="ADAL" clId="{8CCAB008-221C-4348-95F7-823B617BEB4B}" dt="2019-07-08T17:22:36.069" v="3031"/>
          <ac:spMkLst>
            <pc:docMk/>
            <pc:sldMk cId="2314715308" sldId="283"/>
            <ac:spMk id="6" creationId="{C4CFFFF5-AAB7-4C99-B51C-4D690C6233D8}"/>
          </ac:spMkLst>
        </pc:spChg>
        <pc:spChg chg="add mod">
          <ac:chgData name="Tyler Menezes" userId="a9242bca-9911-4b91-90f6-f2a17cf77fe3" providerId="ADAL" clId="{8CCAB008-221C-4348-95F7-823B617BEB4B}" dt="2019-07-08T17:22:40.167" v="3040" actId="20577"/>
          <ac:spMkLst>
            <pc:docMk/>
            <pc:sldMk cId="2314715308" sldId="283"/>
            <ac:spMk id="7" creationId="{6E79DE64-6A84-4E1D-ACEE-8C157D84A115}"/>
          </ac:spMkLst>
        </pc:spChg>
        <pc:spChg chg="add mod">
          <ac:chgData name="Tyler Menezes" userId="a9242bca-9911-4b91-90f6-f2a17cf77fe3" providerId="ADAL" clId="{8CCAB008-221C-4348-95F7-823B617BEB4B}" dt="2019-07-08T17:30:20.603" v="4438" actId="15"/>
          <ac:spMkLst>
            <pc:docMk/>
            <pc:sldMk cId="2314715308" sldId="283"/>
            <ac:spMk id="8" creationId="{68A4FC12-BD94-447D-9FBD-31761ECCE004}"/>
          </ac:spMkLst>
        </pc:spChg>
      </pc:sldChg>
      <pc:sldChg chg="modSp add">
        <pc:chgData name="Tyler Menezes" userId="a9242bca-9911-4b91-90f6-f2a17cf77fe3" providerId="ADAL" clId="{8CCAB008-221C-4348-95F7-823B617BEB4B}" dt="2019-07-08T17:30:19.343" v="4437" actId="15"/>
        <pc:sldMkLst>
          <pc:docMk/>
          <pc:sldMk cId="1908343475" sldId="284"/>
        </pc:sldMkLst>
        <pc:spChg chg="mod">
          <ac:chgData name="Tyler Menezes" userId="a9242bca-9911-4b91-90f6-f2a17cf77fe3" providerId="ADAL" clId="{8CCAB008-221C-4348-95F7-823B617BEB4B}" dt="2019-07-08T17:30:19.343" v="4437" actId="15"/>
          <ac:spMkLst>
            <pc:docMk/>
            <pc:sldMk cId="1908343475" sldId="284"/>
            <ac:spMk id="8" creationId="{68A4FC12-BD94-447D-9FBD-31761ECCE004}"/>
          </ac:spMkLst>
        </pc:spChg>
      </pc:sldChg>
      <pc:sldChg chg="modSp add">
        <pc:chgData name="Tyler Menezes" userId="a9242bca-9911-4b91-90f6-f2a17cf77fe3" providerId="ADAL" clId="{8CCAB008-221C-4348-95F7-823B617BEB4B}" dt="2019-07-08T17:30:16.811" v="4436" actId="15"/>
        <pc:sldMkLst>
          <pc:docMk/>
          <pc:sldMk cId="2436478509" sldId="285"/>
        </pc:sldMkLst>
        <pc:spChg chg="mod">
          <ac:chgData name="Tyler Menezes" userId="a9242bca-9911-4b91-90f6-f2a17cf77fe3" providerId="ADAL" clId="{8CCAB008-221C-4348-95F7-823B617BEB4B}" dt="2019-07-08T17:30:16.811" v="4436" actId="15"/>
          <ac:spMkLst>
            <pc:docMk/>
            <pc:sldMk cId="2436478509" sldId="285"/>
            <ac:spMk id="8" creationId="{68A4FC12-BD94-447D-9FBD-31761ECCE004}"/>
          </ac:spMkLst>
        </pc:spChg>
      </pc:sldChg>
      <pc:sldChg chg="modSp add">
        <pc:chgData name="Tyler Menezes" userId="a9242bca-9911-4b91-90f6-f2a17cf77fe3" providerId="ADAL" clId="{8CCAB008-221C-4348-95F7-823B617BEB4B}" dt="2019-07-08T17:30:15.627" v="4435" actId="15"/>
        <pc:sldMkLst>
          <pc:docMk/>
          <pc:sldMk cId="2279302380" sldId="286"/>
        </pc:sldMkLst>
        <pc:spChg chg="mod">
          <ac:chgData name="Tyler Menezes" userId="a9242bca-9911-4b91-90f6-f2a17cf77fe3" providerId="ADAL" clId="{8CCAB008-221C-4348-95F7-823B617BEB4B}" dt="2019-07-08T17:30:15.627" v="4435" actId="15"/>
          <ac:spMkLst>
            <pc:docMk/>
            <pc:sldMk cId="2279302380" sldId="286"/>
            <ac:spMk id="8" creationId="{68A4FC12-BD94-447D-9FBD-31761ECCE004}"/>
          </ac:spMkLst>
        </pc:spChg>
      </pc:sldChg>
      <pc:sldChg chg="modSp add">
        <pc:chgData name="Tyler Menezes" userId="a9242bca-9911-4b91-90f6-f2a17cf77fe3" providerId="ADAL" clId="{8CCAB008-221C-4348-95F7-823B617BEB4B}" dt="2019-07-08T17:30:12.579" v="4433" actId="15"/>
        <pc:sldMkLst>
          <pc:docMk/>
          <pc:sldMk cId="1795297205" sldId="287"/>
        </pc:sldMkLst>
        <pc:spChg chg="mod">
          <ac:chgData name="Tyler Menezes" userId="a9242bca-9911-4b91-90f6-f2a17cf77fe3" providerId="ADAL" clId="{8CCAB008-221C-4348-95F7-823B617BEB4B}" dt="2019-07-08T17:30:12.579" v="4433" actId="15"/>
          <ac:spMkLst>
            <pc:docMk/>
            <pc:sldMk cId="1795297205" sldId="287"/>
            <ac:spMk id="8" creationId="{68A4FC12-BD94-447D-9FBD-31761ECCE004}"/>
          </ac:spMkLst>
        </pc:spChg>
      </pc:sldChg>
      <pc:sldChg chg="modSp add">
        <pc:chgData name="Tyler Menezes" userId="a9242bca-9911-4b91-90f6-f2a17cf77fe3" providerId="ADAL" clId="{8CCAB008-221C-4348-95F7-823B617BEB4B}" dt="2019-07-08T17:30:14.250" v="4434" actId="15"/>
        <pc:sldMkLst>
          <pc:docMk/>
          <pc:sldMk cId="718735211" sldId="288"/>
        </pc:sldMkLst>
        <pc:spChg chg="mod">
          <ac:chgData name="Tyler Menezes" userId="a9242bca-9911-4b91-90f6-f2a17cf77fe3" providerId="ADAL" clId="{8CCAB008-221C-4348-95F7-823B617BEB4B}" dt="2019-07-08T17:30:14.250" v="4434" actId="15"/>
          <ac:spMkLst>
            <pc:docMk/>
            <pc:sldMk cId="718735211" sldId="288"/>
            <ac:spMk id="8" creationId="{68A4FC12-BD94-447D-9FBD-31761ECCE004}"/>
          </ac:spMkLst>
        </pc:spChg>
      </pc:sldChg>
      <pc:sldChg chg="modSp add">
        <pc:chgData name="Tyler Menezes" userId="a9242bca-9911-4b91-90f6-f2a17cf77fe3" providerId="ADAL" clId="{8CCAB008-221C-4348-95F7-823B617BEB4B}" dt="2019-07-08T17:33:32.228" v="5088" actId="20577"/>
        <pc:sldMkLst>
          <pc:docMk/>
          <pc:sldMk cId="414343423" sldId="289"/>
        </pc:sldMkLst>
        <pc:spChg chg="mod">
          <ac:chgData name="Tyler Menezes" userId="a9242bca-9911-4b91-90f6-f2a17cf77fe3" providerId="ADAL" clId="{8CCAB008-221C-4348-95F7-823B617BEB4B}" dt="2019-07-08T17:29:22.553" v="4169" actId="20577"/>
          <ac:spMkLst>
            <pc:docMk/>
            <pc:sldMk cId="414343423" sldId="289"/>
            <ac:spMk id="2" creationId="{267B4021-D6DB-4D5B-ADD9-DD12F868BDF2}"/>
          </ac:spMkLst>
        </pc:spChg>
        <pc:spChg chg="mod">
          <ac:chgData name="Tyler Menezes" userId="a9242bca-9911-4b91-90f6-f2a17cf77fe3" providerId="ADAL" clId="{8CCAB008-221C-4348-95F7-823B617BEB4B}" dt="2019-07-08T17:33:32.228" v="5088" actId="20577"/>
          <ac:spMkLst>
            <pc:docMk/>
            <pc:sldMk cId="414343423" sldId="289"/>
            <ac:spMk id="3" creationId="{CD269CE7-5395-4E2F-97E4-8B3A3146E033}"/>
          </ac:spMkLst>
        </pc:spChg>
      </pc:sldChg>
      <pc:sldChg chg="modSp add">
        <pc:chgData name="Tyler Menezes" userId="a9242bca-9911-4b91-90f6-f2a17cf77fe3" providerId="ADAL" clId="{8CCAB008-221C-4348-95F7-823B617BEB4B}" dt="2019-07-08T17:34:24.305" v="5315" actId="20577"/>
        <pc:sldMkLst>
          <pc:docMk/>
          <pc:sldMk cId="3568700601" sldId="290"/>
        </pc:sldMkLst>
        <pc:spChg chg="mod">
          <ac:chgData name="Tyler Menezes" userId="a9242bca-9911-4b91-90f6-f2a17cf77fe3" providerId="ADAL" clId="{8CCAB008-221C-4348-95F7-823B617BEB4B}" dt="2019-07-08T17:33:48.018" v="5097" actId="20577"/>
          <ac:spMkLst>
            <pc:docMk/>
            <pc:sldMk cId="3568700601" sldId="290"/>
            <ac:spMk id="2" creationId="{D36AA7B9-675F-4D39-8B21-6EA7CE9A0E4E}"/>
          </ac:spMkLst>
        </pc:spChg>
        <pc:spChg chg="mod">
          <ac:chgData name="Tyler Menezes" userId="a9242bca-9911-4b91-90f6-f2a17cf77fe3" providerId="ADAL" clId="{8CCAB008-221C-4348-95F7-823B617BEB4B}" dt="2019-07-08T17:34:24.305" v="5315" actId="20577"/>
          <ac:spMkLst>
            <pc:docMk/>
            <pc:sldMk cId="3568700601" sldId="290"/>
            <ac:spMk id="3" creationId="{BBF14FC0-9CAF-4181-A786-1172AB268B41}"/>
          </ac:spMkLst>
        </pc:spChg>
      </pc:sldChg>
      <pc:sldChg chg="addSp delSp add">
        <pc:chgData name="Tyler Menezes" userId="a9242bca-9911-4b91-90f6-f2a17cf77fe3" providerId="ADAL" clId="{8CCAB008-221C-4348-95F7-823B617BEB4B}" dt="2019-07-08T17:35:04.482" v="5318"/>
        <pc:sldMkLst>
          <pc:docMk/>
          <pc:sldMk cId="2877075192" sldId="291"/>
        </pc:sldMkLst>
        <pc:spChg chg="del">
          <ac:chgData name="Tyler Menezes" userId="a9242bca-9911-4b91-90f6-f2a17cf77fe3" providerId="ADAL" clId="{8CCAB008-221C-4348-95F7-823B617BEB4B}" dt="2019-07-08T17:35:02.659" v="5317" actId="478"/>
          <ac:spMkLst>
            <pc:docMk/>
            <pc:sldMk cId="2877075192" sldId="291"/>
            <ac:spMk id="2" creationId="{7B5BA4C1-8FD3-4E05-B09A-9836A38D3C51}"/>
          </ac:spMkLst>
        </pc:spChg>
        <pc:spChg chg="del">
          <ac:chgData name="Tyler Menezes" userId="a9242bca-9911-4b91-90f6-f2a17cf77fe3" providerId="ADAL" clId="{8CCAB008-221C-4348-95F7-823B617BEB4B}" dt="2019-07-08T17:35:02.659" v="5317" actId="478"/>
          <ac:spMkLst>
            <pc:docMk/>
            <pc:sldMk cId="2877075192" sldId="291"/>
            <ac:spMk id="3" creationId="{8A790C71-8152-4737-99BC-C8006217A5DC}"/>
          </ac:spMkLst>
        </pc:spChg>
        <pc:picChg chg="add">
          <ac:chgData name="Tyler Menezes" userId="a9242bca-9911-4b91-90f6-f2a17cf77fe3" providerId="ADAL" clId="{8CCAB008-221C-4348-95F7-823B617BEB4B}" dt="2019-07-08T17:35:04.482" v="5318"/>
          <ac:picMkLst>
            <pc:docMk/>
            <pc:sldMk cId="2877075192" sldId="291"/>
            <ac:picMk id="4" creationId="{891AC17E-3EDF-4BED-980E-DF7549B30133}"/>
          </ac:picMkLst>
        </pc:picChg>
      </pc:sldChg>
      <pc:sldChg chg="addSp delSp modSp add">
        <pc:chgData name="Tyler Menezes" userId="a9242bca-9911-4b91-90f6-f2a17cf77fe3" providerId="ADAL" clId="{8CCAB008-221C-4348-95F7-823B617BEB4B}" dt="2019-07-08T17:58:38.151" v="5468" actId="1076"/>
        <pc:sldMkLst>
          <pc:docMk/>
          <pc:sldMk cId="3326550488" sldId="292"/>
        </pc:sldMkLst>
        <pc:spChg chg="del">
          <ac:chgData name="Tyler Menezes" userId="a9242bca-9911-4b91-90f6-f2a17cf77fe3" providerId="ADAL" clId="{8CCAB008-221C-4348-95F7-823B617BEB4B}" dt="2019-07-08T17:35:23.370" v="5320"/>
          <ac:spMkLst>
            <pc:docMk/>
            <pc:sldMk cId="3326550488" sldId="292"/>
            <ac:spMk id="2" creationId="{60224903-0D0A-43B5-823C-04D9E6AEC6B0}"/>
          </ac:spMkLst>
        </pc:spChg>
        <pc:spChg chg="del">
          <ac:chgData name="Tyler Menezes" userId="a9242bca-9911-4b91-90f6-f2a17cf77fe3" providerId="ADAL" clId="{8CCAB008-221C-4348-95F7-823B617BEB4B}" dt="2019-07-08T17:35:23.370" v="5320"/>
          <ac:spMkLst>
            <pc:docMk/>
            <pc:sldMk cId="3326550488" sldId="292"/>
            <ac:spMk id="3" creationId="{2F136EBD-53D6-4C45-AF23-C43EEC2481E8}"/>
          </ac:spMkLst>
        </pc:spChg>
        <pc:spChg chg="add mod">
          <ac:chgData name="Tyler Menezes" userId="a9242bca-9911-4b91-90f6-f2a17cf77fe3" providerId="ADAL" clId="{8CCAB008-221C-4348-95F7-823B617BEB4B}" dt="2019-07-08T17:58:38.151" v="5468" actId="1076"/>
          <ac:spMkLst>
            <pc:docMk/>
            <pc:sldMk cId="3326550488" sldId="292"/>
            <ac:spMk id="4" creationId="{D959D0D7-5DC1-4BC0-B42E-C5E619C0F4E7}"/>
          </ac:spMkLst>
        </pc:spChg>
        <pc:spChg chg="add del mod">
          <ac:chgData name="Tyler Menezes" userId="a9242bca-9911-4b91-90f6-f2a17cf77fe3" providerId="ADAL" clId="{8CCAB008-221C-4348-95F7-823B617BEB4B}" dt="2019-07-08T17:35:24.885" v="5321" actId="478"/>
          <ac:spMkLst>
            <pc:docMk/>
            <pc:sldMk cId="3326550488" sldId="292"/>
            <ac:spMk id="5" creationId="{969E1D16-04C6-493E-990F-6CD72CFB79FD}"/>
          </ac:spMkLst>
        </pc:spChg>
      </pc:sldChg>
      <pc:sldChg chg="modSp add">
        <pc:chgData name="Tyler Menezes" userId="a9242bca-9911-4b91-90f6-f2a17cf77fe3" providerId="ADAL" clId="{8CCAB008-221C-4348-95F7-823B617BEB4B}" dt="2019-07-08T17:58:22.094" v="5447" actId="20577"/>
        <pc:sldMkLst>
          <pc:docMk/>
          <pc:sldMk cId="4095002795" sldId="293"/>
        </pc:sldMkLst>
        <pc:spChg chg="mod">
          <ac:chgData name="Tyler Menezes" userId="a9242bca-9911-4b91-90f6-f2a17cf77fe3" providerId="ADAL" clId="{8CCAB008-221C-4348-95F7-823B617BEB4B}" dt="2019-07-08T17:58:22.094" v="5447" actId="20577"/>
          <ac:spMkLst>
            <pc:docMk/>
            <pc:sldMk cId="4095002795" sldId="293"/>
            <ac:spMk id="4" creationId="{D959D0D7-5DC1-4BC0-B42E-C5E619C0F4E7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F18C3-BB9A-4185-A5D8-2BAD2EE4E1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0A78E3-33D1-40A5-B088-AF2D1FC389E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37B2A4-BF7D-4C00-BB40-1635DF7C8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5EF9-9294-458B-B71D-59120606C888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EC6633-ED4E-4CE3-8D10-CD84BDCA1D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660CA0-2E76-4203-A4FC-181FA600B2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AC47A-CCBB-4DF0-9184-864F43F23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5669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59B5C3-1E4F-4B45-B287-E4456576B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1D8F2-9782-48D1-9526-88672B4298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3A0F28-0F14-44EB-9BA4-3559EDB915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5EF9-9294-458B-B71D-59120606C888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B9D18B-BFFE-4A35-8459-92DEC9A7B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ED2306-E873-4F12-B1C6-82A4EC7B2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AC47A-CCBB-4DF0-9184-864F43F23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824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DECD9D-4329-40DA-9C9B-58A0C51BAD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E53691-7096-4E8E-9B4F-6293BF0213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25BD9-0336-40F9-A602-711F517C0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5EF9-9294-458B-B71D-59120606C888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1F2AD6-DC82-48B1-9787-14E090A97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22FE31-2A30-4552-B4E2-0B7DE9CDF7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AC47A-CCBB-4DF0-9184-864F43F23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5806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56792-91AD-4337-A55F-05659DCF45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817818-906A-4B84-B247-C1592C8FA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460585-DE7A-4065-9AEC-A450A878A7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E4E8D7-C623-4D7A-A9FF-4991BEC6C7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5EF9-9294-458B-B71D-59120606C888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FC4ED3-23B3-4F10-9AB5-AE58476A7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25B017-CBC8-4596-81F1-CFCA24864C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AC47A-CCBB-4DF0-9184-864F43F23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91259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26CB2-D409-4784-B4C6-CC387A85F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8532ED-ED5D-4BE8-AB52-93A4DD73F9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9651D-57BF-434E-9F56-2DAD1AE87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7B7916B-4CD5-4BDF-B496-3508F9CB50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1B389DC-5799-44BF-B2F8-49F7AF7A4D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0790837-6B89-48CC-9038-78FE0606B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5EF9-9294-458B-B71D-59120606C888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EFF8777-13E0-488F-922C-73369757C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BC251A-B863-4947-8A0A-8F9339A3E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AC47A-CCBB-4DF0-9184-864F43F23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24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A37A8-66B1-4184-BBA2-F5CFA8465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EF2ACB-6D0A-42E9-898C-835BBF937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5EF9-9294-458B-B71D-59120606C888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06F4A-B2AD-4120-8475-AC4AB876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ECCE9-E18A-4365-8E8D-3E0D4BC32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AC47A-CCBB-4DF0-9184-864F43F23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6026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F249A7-F844-48BD-B3CD-7D0A887E0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5EF9-9294-458B-B71D-59120606C888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7A9B6C9-E148-49DC-8CB5-02F6D76C64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396CD3-2C3E-4E68-9780-05261F9B8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AC47A-CCBB-4DF0-9184-864F43F23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61127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B9D1F1-6454-4EF7-86C4-AC3AB27157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131E1F-8FBD-4253-A8A2-DC466D95BC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933453E-4868-4CDC-AF27-4F2AAB859B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6D2FE9-FB6C-42BD-AB4F-E05D38817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5EF9-9294-458B-B71D-59120606C888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32948D-6EA0-4EC5-8DE8-06D5ACDCA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2AEA7C-0C1A-4E36-8761-6A782CF350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AC47A-CCBB-4DF0-9184-864F43F23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294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3378A-D28D-4A99-82EE-2B24B0047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3B5835-B792-4B9E-921F-C7C3E1863E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9714DE-C12E-4F21-94CD-D8D0C676193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74E97A-5AD5-49C1-B973-0487EA85B1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5EF9-9294-458B-B71D-59120606C888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EE799-3182-43ED-8574-215C9C371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53A548-2809-45A7-A4A7-53FDF5709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AC47A-CCBB-4DF0-9184-864F43F23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6225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D7D9C4-9BCC-4DA9-9030-60FA6F76DA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952635-04B4-4BE9-A137-82CCE6E952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94D14-25D2-4F26-86E9-39286B59C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5EF9-9294-458B-B71D-59120606C888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AF995-3411-4DD3-BF84-0EA052A7A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B96C34-7E99-4005-969B-434D4DF86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AC47A-CCBB-4DF0-9184-864F43F23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4651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3BC056-9C0E-4EF3-89C5-0EFB565B18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EE0CBD-DAF6-466D-B3E0-95B4549794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EFC418-7E6F-4214-B3A6-F97FE9F06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D5EF9-9294-458B-B71D-59120606C888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04D300-0811-4D56-9962-BE7ED18F3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B00315-59B8-4D6C-A90B-2FF4E255F6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AC47A-CCBB-4DF0-9184-864F43F23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690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8F4C0FB-83B2-407C-A430-F37460795F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E091F3-DFB7-497E-BE6D-9FE6423CD6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19A84-D7FD-4AA1-818A-A030AF7C22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6D5EF9-9294-458B-B71D-59120606C888}" type="datetimeFigureOut">
              <a:rPr lang="en-US" smtClean="0"/>
              <a:t>08-Jul-19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49E1D2-CEF2-426C-9BCE-97B4804E80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1A16D-66B1-4DE8-83F1-0DDD6BFF19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AC47A-CCBB-4DF0-9184-864F43F23AC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5362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webp"/><Relationship Id="rId4" Type="http://schemas.openxmlformats.org/officeDocument/2006/relationships/image" Target="../media/image5.webp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14.jpg"/><Relationship Id="rId4" Type="http://schemas.openxmlformats.org/officeDocument/2006/relationships/image" Target="../media/image9.png"/><Relationship Id="rId9" Type="http://schemas.openxmlformats.org/officeDocument/2006/relationships/image" Target="../media/image13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70AC0-FB1F-4B6B-8261-58034DBED3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58093"/>
            <a:ext cx="9144000" cy="1741814"/>
          </a:xfrm>
        </p:spPr>
        <p:txBody>
          <a:bodyPr/>
          <a:lstStyle/>
          <a:p>
            <a:r>
              <a:rPr lang="en-US" dirty="0"/>
              <a:t>Design Thinking: What Will You Make?</a:t>
            </a:r>
          </a:p>
        </p:txBody>
      </p:sp>
    </p:spTree>
    <p:extLst>
      <p:ext uri="{BB962C8B-B14F-4D97-AF65-F5344CB8AC3E}">
        <p14:creationId xmlns:p14="http://schemas.microsoft.com/office/powerpoint/2010/main" val="29090397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48B6021F-5F86-4A1A-AC03-0C220A5B7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554" y="499915"/>
            <a:ext cx="1253647" cy="12536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C524363-5EBF-47AB-B3D6-F113468CD8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103" y="2867375"/>
            <a:ext cx="3743897" cy="294930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0063D62-0195-4159-9374-A3E69BA2F0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76" t="30656" r="13619" b="28229"/>
          <a:stretch/>
        </p:blipFill>
        <p:spPr>
          <a:xfrm>
            <a:off x="2352103" y="778380"/>
            <a:ext cx="3142526" cy="9751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32C827-66F1-4478-8DED-F5B1ADDBE6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908" y="2259031"/>
            <a:ext cx="2446938" cy="4165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9297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C524363-5EBF-47AB-B3D6-F113468CD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2103" y="2868985"/>
            <a:ext cx="3743897" cy="2949304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632C827-66F1-4478-8DED-F5B1ADDBE6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07908" y="2260642"/>
            <a:ext cx="2446938" cy="41659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40CB4B5-F68B-43C5-A830-20CB712826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4979" y="405434"/>
            <a:ext cx="1293222" cy="172429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A3A3011-6DDF-4111-9C3C-6372392F6AF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095" b="16844"/>
          <a:stretch/>
        </p:blipFill>
        <p:spPr>
          <a:xfrm>
            <a:off x="2352103" y="405433"/>
            <a:ext cx="3110336" cy="1639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5902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3283BF-0350-402F-8547-3B9387261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Design: Not Just How it Looks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AAB6D1-8DC3-4B9B-964C-2EDCF2A05A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8806841" cy="4351338"/>
          </a:xfrm>
        </p:spPr>
        <p:txBody>
          <a:bodyPr/>
          <a:lstStyle/>
          <a:p>
            <a:pPr marL="0" indent="0">
              <a:buNone/>
            </a:pPr>
            <a:r>
              <a:rPr lang="en-US" sz="3200" dirty="0"/>
              <a:t>“</a:t>
            </a:r>
            <a:r>
              <a:rPr lang="en-US" sz="3200" b="1" dirty="0"/>
              <a:t>Good design makes a product useful.”</a:t>
            </a:r>
            <a:br>
              <a:rPr lang="en-US" sz="3200" b="1" dirty="0"/>
            </a:br>
            <a:r>
              <a:rPr lang="en-US" sz="3200" b="1" dirty="0"/>
              <a:t>      –Dieter Rams</a:t>
            </a:r>
            <a:br>
              <a:rPr lang="en-US" b="1" dirty="0"/>
            </a:br>
            <a:br>
              <a:rPr lang="en-US" b="1" dirty="0"/>
            </a:br>
            <a:r>
              <a:rPr lang="en-US" sz="2000" dirty="0"/>
              <a:t>“A product is bought to be used. It has to satisfy certain criteria, not only functional, but also psychological and aesthetic.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/>
              <a:t>“Good design </a:t>
            </a:r>
            <a:r>
              <a:rPr lang="en-US" sz="2000" dirty="0" err="1"/>
              <a:t>emphasises</a:t>
            </a:r>
            <a:r>
              <a:rPr lang="en-US" sz="2000" dirty="0"/>
              <a:t> the usefulness of a product whilst disregarding anything that could possibly detract from it.</a:t>
            </a:r>
          </a:p>
        </p:txBody>
      </p:sp>
    </p:spTree>
    <p:extLst>
      <p:ext uri="{BB962C8B-B14F-4D97-AF65-F5344CB8AC3E}">
        <p14:creationId xmlns:p14="http://schemas.microsoft.com/office/powerpoint/2010/main" val="24939659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6010ECA-D4A1-41C2-84F6-6906D2623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We all want to make something people love.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1BF0CAF-E1B6-4AE6-AACD-866CDE7C4C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5841" y="3553181"/>
            <a:ext cx="1414648" cy="141464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A686CA6-0BD8-4FB5-87E5-7AE37C19BA3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1" t="33184" r="4761" b="36022"/>
          <a:stretch/>
        </p:blipFill>
        <p:spPr>
          <a:xfrm>
            <a:off x="6497841" y="3496459"/>
            <a:ext cx="4265966" cy="764046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BECE6D-5F85-4E29-AFFE-FBD1B264333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73" t="27651" r="26119" b="26758"/>
          <a:stretch/>
        </p:blipFill>
        <p:spPr>
          <a:xfrm>
            <a:off x="6000963" y="1734500"/>
            <a:ext cx="1405004" cy="100488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A326E50-1FF4-410A-9A46-4F962379889F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762" b="36621"/>
          <a:stretch/>
        </p:blipFill>
        <p:spPr>
          <a:xfrm>
            <a:off x="1126298" y="5566496"/>
            <a:ext cx="2343411" cy="62374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BB05327-38B6-49A7-81E0-9571CC30AA3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5043" y="3828234"/>
            <a:ext cx="1207717" cy="120771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5D1939F-4816-48CA-A9C3-CE979A39FD76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078" t="11578" r="23881" b="11122"/>
          <a:stretch/>
        </p:blipFill>
        <p:spPr>
          <a:xfrm>
            <a:off x="9554203" y="2069288"/>
            <a:ext cx="875819" cy="67010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48B6021F-5F86-4A1A-AC03-0C220A5B7CB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8986" y="1857561"/>
            <a:ext cx="1253647" cy="125364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38059D2-CC1A-422E-A318-8D3FD848985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2760" y="5096750"/>
            <a:ext cx="2157545" cy="143836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DC3F63CB-C965-473B-97D9-4EC7CEFAB40B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6083" y="4672927"/>
            <a:ext cx="2227717" cy="1414647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B5D4436E-8A5B-4AC0-9081-288A9A0364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7014"/>
            <a:ext cx="1414648" cy="14146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831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45CB81DD-87DC-4672-B1D8-778F8F6896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63558"/>
            <a:ext cx="9144000" cy="779289"/>
          </a:xfrm>
        </p:spPr>
        <p:txBody>
          <a:bodyPr/>
          <a:lstStyle/>
          <a:p>
            <a:r>
              <a:rPr lang="en-US" sz="4800" dirty="0"/>
              <a:t>“Make something people want.”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7EEA1F-1DA4-49CA-8832-BF2A4AF706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852" y="605087"/>
            <a:ext cx="1034552" cy="1034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77373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C4E0DC1-6B09-4B93-B0E0-693306DC060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How do we do that?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AC723081-172F-4CCF-8512-DBAE7676B42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31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9699AF-52A3-42D6-90F8-C372D965A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Start with some rules: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4E8F6741-7172-41B6-9265-71B334C60E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26249"/>
            <a:ext cx="10515600" cy="356056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Everything is social in nature.</a:t>
            </a:r>
            <a:br>
              <a:rPr lang="en-US" b="1" dirty="0"/>
            </a:br>
            <a:r>
              <a:rPr lang="en-US" dirty="0"/>
              <a:t>Focus on humans.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You can never know the right answer.</a:t>
            </a:r>
            <a:br>
              <a:rPr lang="en-US" b="1" dirty="0"/>
            </a:br>
            <a:r>
              <a:rPr lang="en-US" dirty="0"/>
              <a:t>Experiment!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All design is inspired by something else.</a:t>
            </a:r>
            <a:br>
              <a:rPr lang="en-US" b="1" dirty="0"/>
            </a:br>
            <a:r>
              <a:rPr lang="en-US" dirty="0"/>
              <a:t>Remix your favorite ideas.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Make your ideas tangible ASAP.</a:t>
            </a:r>
            <a:br>
              <a:rPr lang="en-US" b="1" dirty="0"/>
            </a:br>
            <a:r>
              <a:rPr lang="en-US" dirty="0"/>
              <a:t>Prototypes and MVP!</a:t>
            </a:r>
          </a:p>
        </p:txBody>
      </p:sp>
    </p:spTree>
    <p:extLst>
      <p:ext uri="{BB962C8B-B14F-4D97-AF65-F5344CB8AC3E}">
        <p14:creationId xmlns:p14="http://schemas.microsoft.com/office/powerpoint/2010/main" val="22497918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9DD0-A3D7-4FC4-836F-4CF649DA1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Thinking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3BDD7-82DE-4F70-AAD2-AEDA85BE7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4764"/>
            <a:ext cx="10515600" cy="258353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Empathize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Prototype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5776393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9DD0-A3D7-4FC4-836F-4CF649DA1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Thinking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3BDD7-82DE-4F70-AAD2-AEDA85BE7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4764"/>
            <a:ext cx="10515600" cy="258353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b="1" dirty="0"/>
              <a:t>Empathize – get to know your user (can be yourself!)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Prototype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15239461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9DD0-A3D7-4FC4-836F-4CF649DA1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Thinking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3BDD7-82DE-4F70-AAD2-AEDA85BE7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4764"/>
            <a:ext cx="10515600" cy="258353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Empathize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Define – what specific problem will you set out to solve?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Prototype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724252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9DD0-A3D7-4FC4-836F-4CF649DA1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Thinking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3BDD7-82DE-4F70-AAD2-AEDA85BE7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4764"/>
            <a:ext cx="10515600" cy="258353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Empathize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Ideate – what specific app/site/game will you make? 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Prototype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21634660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9DD0-A3D7-4FC4-836F-4CF649DA1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Thinking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3BDD7-82DE-4F70-AAD2-AEDA85BE7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4764"/>
            <a:ext cx="10515600" cy="258353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Empathize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Ideate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Prototype – make it!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Test</a:t>
            </a:r>
          </a:p>
        </p:txBody>
      </p:sp>
    </p:spTree>
    <p:extLst>
      <p:ext uri="{BB962C8B-B14F-4D97-AF65-F5344CB8AC3E}">
        <p14:creationId xmlns:p14="http://schemas.microsoft.com/office/powerpoint/2010/main" val="3074928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B99DD0-A3D7-4FC4-836F-4CF649DA1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 Thinking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93BDD7-82DE-4F70-AAD2-AEDA85BE7F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14764"/>
            <a:ext cx="10515600" cy="258353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Empathize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Define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Ideate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Prototype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Test – did this solve the problem?</a:t>
            </a:r>
          </a:p>
        </p:txBody>
      </p:sp>
    </p:spTree>
    <p:extLst>
      <p:ext uri="{BB962C8B-B14F-4D97-AF65-F5344CB8AC3E}">
        <p14:creationId xmlns:p14="http://schemas.microsoft.com/office/powerpoint/2010/main" val="6271600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8D09AE-3073-488E-8AA2-4DE5E1B35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Empathize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2496C-5CDB-48B1-ADC5-6E16DB4BD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“Being aware of, sensitive to, and vicariously experiencing… the feelings of another” – put yourself in someone else’s shoes.</a:t>
            </a:r>
          </a:p>
          <a:p>
            <a:pPr lvl="1"/>
            <a:r>
              <a:rPr lang="en-US" dirty="0"/>
              <a:t>Trying to understand problems/desires.</a:t>
            </a:r>
          </a:p>
          <a:p>
            <a:r>
              <a:rPr lang="en-US" dirty="0"/>
              <a:t>What if you’re not your own user?</a:t>
            </a:r>
          </a:p>
          <a:p>
            <a:pPr lvl="1"/>
            <a:r>
              <a:rPr lang="en-US" dirty="0"/>
              <a:t>Interviews</a:t>
            </a:r>
          </a:p>
          <a:p>
            <a:pPr lvl="1"/>
            <a:r>
              <a:rPr lang="en-US" dirty="0"/>
              <a:t>Spend time with them</a:t>
            </a:r>
          </a:p>
          <a:p>
            <a:pPr lvl="1"/>
            <a:r>
              <a:rPr lang="en-US" dirty="0"/>
              <a:t>Look for the extremes</a:t>
            </a:r>
          </a:p>
          <a:p>
            <a:pPr lvl="1"/>
            <a:r>
              <a:rPr lang="en-US" dirty="0"/>
              <a:t>Be curious</a:t>
            </a:r>
          </a:p>
        </p:txBody>
      </p:sp>
    </p:spTree>
    <p:extLst>
      <p:ext uri="{BB962C8B-B14F-4D97-AF65-F5344CB8AC3E}">
        <p14:creationId xmlns:p14="http://schemas.microsoft.com/office/powerpoint/2010/main" val="31546775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CF589D-437A-4A96-A170-965C950830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422" y="0"/>
            <a:ext cx="106051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40853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6058E-8462-4F48-9876-F16CD38CF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Empathize: “I want to make a game.”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C688FE-C58C-4F04-9084-32BCB2A2D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WHO? </a:t>
            </a:r>
            <a:r>
              <a:rPr lang="en-US" dirty="0"/>
              <a:t>Pro gamers? Someone who takes an hour bus to work?</a:t>
            </a:r>
          </a:p>
          <a:p>
            <a:r>
              <a:rPr lang="en-US" b="1" dirty="0"/>
              <a:t>What do they need to DO? </a:t>
            </a:r>
            <a:r>
              <a:rPr lang="en-US" dirty="0"/>
              <a:t>Have a fun date night? Host a LAN party?</a:t>
            </a:r>
          </a:p>
          <a:p>
            <a:r>
              <a:rPr lang="en-US" b="1" dirty="0"/>
              <a:t>What do they SEE? </a:t>
            </a:r>
            <a:r>
              <a:rPr lang="en-US" dirty="0"/>
              <a:t>Cities: Skylines? Portal 2?</a:t>
            </a:r>
          </a:p>
          <a:p>
            <a:r>
              <a:rPr lang="en-US" b="1" dirty="0"/>
              <a:t>What do they SAY? </a:t>
            </a:r>
            <a:r>
              <a:rPr lang="en-US" dirty="0"/>
              <a:t>(You’ll have to talk to them!)</a:t>
            </a:r>
          </a:p>
          <a:p>
            <a:r>
              <a:rPr lang="en-US" b="1" dirty="0"/>
              <a:t>What do they DO? </a:t>
            </a:r>
            <a:r>
              <a:rPr lang="en-US" dirty="0"/>
              <a:t>Are they playing the 1999 edition of </a:t>
            </a:r>
            <a:r>
              <a:rPr lang="en-US" dirty="0" err="1"/>
              <a:t>Starcraft</a:t>
            </a:r>
            <a:r>
              <a:rPr lang="en-US" dirty="0"/>
              <a:t>? Nothing at all?</a:t>
            </a:r>
          </a:p>
          <a:p>
            <a:r>
              <a:rPr lang="en-US" b="1" dirty="0"/>
              <a:t>What do they HEAR? </a:t>
            </a:r>
            <a:r>
              <a:rPr lang="en-US" dirty="0"/>
              <a:t>What are their friends playing?</a:t>
            </a:r>
          </a:p>
        </p:txBody>
      </p:sp>
    </p:spTree>
    <p:extLst>
      <p:ext uri="{BB962C8B-B14F-4D97-AF65-F5344CB8AC3E}">
        <p14:creationId xmlns:p14="http://schemas.microsoft.com/office/powerpoint/2010/main" val="14521360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1F79FE-16B2-4950-AACE-486783A6E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Define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95249-FA46-4746-B1CE-6AB1203BB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6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What is the big problem/desire your users are facing.</a:t>
            </a:r>
          </a:p>
        </p:txBody>
      </p:sp>
    </p:spTree>
    <p:extLst>
      <p:ext uri="{BB962C8B-B14F-4D97-AF65-F5344CB8AC3E}">
        <p14:creationId xmlns:p14="http://schemas.microsoft.com/office/powerpoint/2010/main" val="4550281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07973A-1059-48DE-8242-6DEB81E4F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Define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45A528-3C7A-41F5-A530-802E2E62BA5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66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1" dirty="0"/>
              <a:t>What is the big problem/desire your users are facing.</a:t>
            </a:r>
          </a:p>
        </p:txBody>
      </p:sp>
    </p:spTree>
    <p:extLst>
      <p:ext uri="{BB962C8B-B14F-4D97-AF65-F5344CB8AC3E}">
        <p14:creationId xmlns:p14="http://schemas.microsoft.com/office/powerpoint/2010/main" val="2365165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07973A-1059-48DE-8242-6DEB81E4F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Define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2F916A-A4F1-4FBE-B6D0-03377C5CD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765402"/>
            <a:ext cx="5157787" cy="38108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DON’T say: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69107A-EE4D-4891-9F8A-9AF88259B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281425"/>
            <a:ext cx="5157787" cy="3116524"/>
          </a:xfrm>
        </p:spPr>
        <p:txBody>
          <a:bodyPr/>
          <a:lstStyle/>
          <a:p>
            <a:r>
              <a:rPr lang="en-US" dirty="0"/>
              <a:t>“I want to make a game like Minecraft but better.”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45A528-3C7A-41F5-A530-802E2E62BA5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66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1" dirty="0"/>
              <a:t>What is the big problem/desire your users are facing.</a:t>
            </a:r>
          </a:p>
        </p:txBody>
      </p:sp>
    </p:spTree>
    <p:extLst>
      <p:ext uri="{BB962C8B-B14F-4D97-AF65-F5344CB8AC3E}">
        <p14:creationId xmlns:p14="http://schemas.microsoft.com/office/powerpoint/2010/main" val="8975829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07973A-1059-48DE-8242-6DEB81E4F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Define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2F916A-A4F1-4FBE-B6D0-03377C5CD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765402"/>
            <a:ext cx="5157787" cy="38108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DON’T say: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69107A-EE4D-4891-9F8A-9AF88259B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281425"/>
            <a:ext cx="5157787" cy="3116524"/>
          </a:xfrm>
        </p:spPr>
        <p:txBody>
          <a:bodyPr/>
          <a:lstStyle/>
          <a:p>
            <a:r>
              <a:rPr lang="en-US" dirty="0"/>
              <a:t>“I want to make a game like Minecraft but better.”</a:t>
            </a:r>
          </a:p>
          <a:p>
            <a:r>
              <a:rPr lang="en-US" dirty="0"/>
              <a:t>“I want to make a game like Minecraft, but an MMO.”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45A528-3C7A-41F5-A530-802E2E62BA5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66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1" dirty="0"/>
              <a:t>What is the big problem/desire your users are facing.</a:t>
            </a:r>
          </a:p>
        </p:txBody>
      </p:sp>
    </p:spTree>
    <p:extLst>
      <p:ext uri="{BB962C8B-B14F-4D97-AF65-F5344CB8AC3E}">
        <p14:creationId xmlns:p14="http://schemas.microsoft.com/office/powerpoint/2010/main" val="15290678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07973A-1059-48DE-8242-6DEB81E4F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Define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2F916A-A4F1-4FBE-B6D0-03377C5CD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765402"/>
            <a:ext cx="5157787" cy="38108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DON’T say: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69107A-EE4D-4891-9F8A-9AF88259B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281425"/>
            <a:ext cx="5157787" cy="3116524"/>
          </a:xfrm>
        </p:spPr>
        <p:txBody>
          <a:bodyPr/>
          <a:lstStyle/>
          <a:p>
            <a:r>
              <a:rPr lang="en-US" dirty="0"/>
              <a:t>“I want to make a game like Minecraft but better.”</a:t>
            </a:r>
          </a:p>
          <a:p>
            <a:r>
              <a:rPr lang="en-US" dirty="0"/>
              <a:t>“I want to make a game like Minecraft, but an MMO.”</a:t>
            </a:r>
          </a:p>
          <a:p>
            <a:r>
              <a:rPr lang="en-US" dirty="0"/>
              <a:t>“High school students want a game that’s like Minecraft, but an MMO.”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45A528-3C7A-41F5-A530-802E2E62BA5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66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1" dirty="0"/>
              <a:t>What is the big problem/desire your users are facing.</a:t>
            </a:r>
          </a:p>
        </p:txBody>
      </p:sp>
    </p:spTree>
    <p:extLst>
      <p:ext uri="{BB962C8B-B14F-4D97-AF65-F5344CB8AC3E}">
        <p14:creationId xmlns:p14="http://schemas.microsoft.com/office/powerpoint/2010/main" val="39412597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5607973A-1059-48DE-8242-6DEB81E4F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2. Define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D2F916A-A4F1-4FBE-B6D0-03377C5CD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2765402"/>
            <a:ext cx="5157787" cy="38108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DON’T say: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1869107A-EE4D-4891-9F8A-9AF88259B8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3281425"/>
            <a:ext cx="5157787" cy="3116524"/>
          </a:xfrm>
        </p:spPr>
        <p:txBody>
          <a:bodyPr/>
          <a:lstStyle/>
          <a:p>
            <a:r>
              <a:rPr lang="en-US" dirty="0"/>
              <a:t>“I want to make a game like Minecraft but better.”</a:t>
            </a:r>
          </a:p>
          <a:p>
            <a:r>
              <a:rPr lang="en-US" dirty="0"/>
              <a:t>“I want to make a game like Minecraft, but an MMO.”</a:t>
            </a:r>
          </a:p>
          <a:p>
            <a:r>
              <a:rPr lang="en-US" dirty="0"/>
              <a:t>“High school students want a game that’s like Minecraft, but an MMO.”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F22AA26-E074-464B-8294-C4787803F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2765402"/>
            <a:ext cx="5183188" cy="381087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DO say: 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7DFE8439-42FE-4264-AF4B-950F8E9828B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3281425"/>
            <a:ext cx="5183188" cy="3116524"/>
          </a:xfrm>
        </p:spPr>
        <p:txBody>
          <a:bodyPr/>
          <a:lstStyle/>
          <a:p>
            <a:r>
              <a:rPr lang="en-US" dirty="0"/>
              <a:t>“High school students like casual, creative games, but want a way to make new friends, rather than just playing with an existing friend group.”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F645A528-3C7A-41F5-A530-802E2E62BA5F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10515600" cy="46663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i="1" dirty="0"/>
              <a:t>What is the big problem/desire your users are facing.</a:t>
            </a:r>
          </a:p>
        </p:txBody>
      </p:sp>
    </p:spTree>
    <p:extLst>
      <p:ext uri="{BB962C8B-B14F-4D97-AF65-F5344CB8AC3E}">
        <p14:creationId xmlns:p14="http://schemas.microsoft.com/office/powerpoint/2010/main" val="9759194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79DE64-6A84-4E1D-ACEE-8C157D84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Ideate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A4FC12-BD94-447D-9FBD-31761ECCE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will really solve this problem?</a:t>
            </a:r>
          </a:p>
          <a:p>
            <a:pPr lvl="1"/>
            <a:r>
              <a:rPr lang="en-US" dirty="0"/>
              <a:t>Maybe you came in with an existing idea, but is there a better solution? Don’t get stuck in your thinking.</a:t>
            </a:r>
          </a:p>
          <a:p>
            <a:r>
              <a:rPr lang="en-US" dirty="0"/>
              <a:t>Techniques for coming up with original ideas:</a:t>
            </a:r>
          </a:p>
          <a:p>
            <a:pPr lvl="1"/>
            <a:r>
              <a:rPr lang="en-US" dirty="0"/>
              <a:t>Analogies</a:t>
            </a:r>
          </a:p>
          <a:p>
            <a:pPr lvl="1"/>
            <a:r>
              <a:rPr lang="en-US" dirty="0"/>
              <a:t>Bodystorming </a:t>
            </a:r>
          </a:p>
          <a:p>
            <a:pPr lvl="1"/>
            <a:r>
              <a:rPr lang="en-US" dirty="0"/>
              <a:t>Brainstorming</a:t>
            </a:r>
          </a:p>
          <a:p>
            <a:pPr lvl="1"/>
            <a:r>
              <a:rPr lang="en-US" dirty="0"/>
              <a:t>Worst possible idea</a:t>
            </a:r>
          </a:p>
          <a:p>
            <a:pPr lvl="1"/>
            <a:r>
              <a:rPr lang="en-US" dirty="0"/>
              <a:t>Storyboarding</a:t>
            </a:r>
          </a:p>
        </p:txBody>
      </p:sp>
    </p:spTree>
    <p:extLst>
      <p:ext uri="{BB962C8B-B14F-4D97-AF65-F5344CB8AC3E}">
        <p14:creationId xmlns:p14="http://schemas.microsoft.com/office/powerpoint/2010/main" val="23147153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79DE64-6A84-4E1D-ACEE-8C157D84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Ideate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A4FC12-BD94-447D-9FBD-31761ECCE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will really solve this problem?</a:t>
            </a:r>
          </a:p>
          <a:p>
            <a:pPr lvl="1"/>
            <a:r>
              <a:rPr lang="en-US" dirty="0"/>
              <a:t>Maybe you came in with an existing idea, but is there a better solution? Don’t get stuck in your thinking.</a:t>
            </a:r>
          </a:p>
          <a:p>
            <a:r>
              <a:rPr lang="en-US" dirty="0"/>
              <a:t>Techniques for coming up with original ideas:</a:t>
            </a:r>
          </a:p>
          <a:p>
            <a:pPr lvl="1"/>
            <a:r>
              <a:rPr lang="en-US" b="1" dirty="0"/>
              <a:t>Analogies</a:t>
            </a:r>
            <a:r>
              <a:rPr lang="en-US" dirty="0"/>
              <a:t> – compare the problem, to something unrelated.</a:t>
            </a:r>
          </a:p>
          <a:p>
            <a:pPr lvl="1"/>
            <a:r>
              <a:rPr lang="en-US" dirty="0"/>
              <a:t>Bodystorming</a:t>
            </a:r>
          </a:p>
          <a:p>
            <a:pPr lvl="1"/>
            <a:r>
              <a:rPr lang="en-US" dirty="0"/>
              <a:t>Brainstorming</a:t>
            </a:r>
          </a:p>
          <a:p>
            <a:pPr lvl="1"/>
            <a:r>
              <a:rPr lang="en-US" dirty="0"/>
              <a:t>Worst possible idea</a:t>
            </a:r>
          </a:p>
          <a:p>
            <a:pPr lvl="1"/>
            <a:r>
              <a:rPr lang="en-US" dirty="0"/>
              <a:t>Storyboarding</a:t>
            </a:r>
          </a:p>
        </p:txBody>
      </p:sp>
    </p:spTree>
    <p:extLst>
      <p:ext uri="{BB962C8B-B14F-4D97-AF65-F5344CB8AC3E}">
        <p14:creationId xmlns:p14="http://schemas.microsoft.com/office/powerpoint/2010/main" val="190834347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79DE64-6A84-4E1D-ACEE-8C157D84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Ideate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A4FC12-BD94-447D-9FBD-31761ECCE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will really solve this problem?</a:t>
            </a:r>
          </a:p>
          <a:p>
            <a:pPr lvl="1"/>
            <a:r>
              <a:rPr lang="en-US" dirty="0"/>
              <a:t>Maybe you came in with an existing idea, but is there a better solution? Don’t get stuck in your thinking.</a:t>
            </a:r>
          </a:p>
          <a:p>
            <a:r>
              <a:rPr lang="en-US" dirty="0"/>
              <a:t>Techniques for coming up with original ideas:</a:t>
            </a:r>
          </a:p>
          <a:p>
            <a:pPr lvl="1"/>
            <a:r>
              <a:rPr lang="en-US" dirty="0"/>
              <a:t>Analogies</a:t>
            </a:r>
          </a:p>
          <a:p>
            <a:pPr lvl="1"/>
            <a:r>
              <a:rPr lang="en-US" b="1" dirty="0"/>
              <a:t>Bodystorming</a:t>
            </a:r>
            <a:r>
              <a:rPr lang="en-US" dirty="0"/>
              <a:t> – set up a real-life experience similar to the problem.</a:t>
            </a:r>
          </a:p>
          <a:p>
            <a:pPr lvl="1"/>
            <a:r>
              <a:rPr lang="en-US" dirty="0"/>
              <a:t>Brainstorming</a:t>
            </a:r>
          </a:p>
          <a:p>
            <a:pPr lvl="1"/>
            <a:r>
              <a:rPr lang="en-US" dirty="0"/>
              <a:t>Worst possible idea</a:t>
            </a:r>
          </a:p>
          <a:p>
            <a:pPr lvl="1"/>
            <a:r>
              <a:rPr lang="en-US" dirty="0"/>
              <a:t>Storyboarding</a:t>
            </a:r>
          </a:p>
        </p:txBody>
      </p:sp>
    </p:spTree>
    <p:extLst>
      <p:ext uri="{BB962C8B-B14F-4D97-AF65-F5344CB8AC3E}">
        <p14:creationId xmlns:p14="http://schemas.microsoft.com/office/powerpoint/2010/main" val="2436478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79DE64-6A84-4E1D-ACEE-8C157D84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Ideate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A4FC12-BD94-447D-9FBD-31761ECCE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will really solve this problem?</a:t>
            </a:r>
          </a:p>
          <a:p>
            <a:pPr lvl="1"/>
            <a:r>
              <a:rPr lang="en-US" dirty="0"/>
              <a:t>Maybe you came in with an existing idea, but is there a better solution? Don’t get stuck in your thinking.</a:t>
            </a:r>
          </a:p>
          <a:p>
            <a:r>
              <a:rPr lang="en-US" dirty="0"/>
              <a:t>Techniques for coming up with original ideas:</a:t>
            </a:r>
          </a:p>
          <a:p>
            <a:pPr lvl="1"/>
            <a:r>
              <a:rPr lang="en-US" dirty="0"/>
              <a:t>Analogies</a:t>
            </a:r>
          </a:p>
          <a:p>
            <a:pPr lvl="1"/>
            <a:r>
              <a:rPr lang="en-US" dirty="0"/>
              <a:t>Bodystorming</a:t>
            </a:r>
          </a:p>
          <a:p>
            <a:pPr lvl="1"/>
            <a:r>
              <a:rPr lang="en-US" b="1" dirty="0"/>
              <a:t>Brainstorming</a:t>
            </a:r>
          </a:p>
          <a:p>
            <a:pPr lvl="1"/>
            <a:r>
              <a:rPr lang="en-US" dirty="0"/>
              <a:t>Worst possible idea</a:t>
            </a:r>
          </a:p>
          <a:p>
            <a:pPr lvl="1"/>
            <a:r>
              <a:rPr lang="en-US" dirty="0"/>
              <a:t>Storyboarding</a:t>
            </a:r>
          </a:p>
        </p:txBody>
      </p:sp>
    </p:spTree>
    <p:extLst>
      <p:ext uri="{BB962C8B-B14F-4D97-AF65-F5344CB8AC3E}">
        <p14:creationId xmlns:p14="http://schemas.microsoft.com/office/powerpoint/2010/main" val="22793023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79DE64-6A84-4E1D-ACEE-8C157D84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Ideate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A4FC12-BD94-447D-9FBD-31761ECCE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will really solve this problem?</a:t>
            </a:r>
          </a:p>
          <a:p>
            <a:pPr lvl="1"/>
            <a:r>
              <a:rPr lang="en-US" dirty="0"/>
              <a:t>Maybe you came in with an existing idea, but is there a better solution? Don’t get stuck in your thinking.</a:t>
            </a:r>
          </a:p>
          <a:p>
            <a:r>
              <a:rPr lang="en-US" dirty="0"/>
              <a:t>Techniques for coming up with original ideas:</a:t>
            </a:r>
          </a:p>
          <a:p>
            <a:pPr lvl="1"/>
            <a:r>
              <a:rPr lang="en-US" dirty="0"/>
              <a:t>Analogies</a:t>
            </a:r>
          </a:p>
          <a:p>
            <a:pPr lvl="1"/>
            <a:r>
              <a:rPr lang="en-US" dirty="0"/>
              <a:t>Bodystorming</a:t>
            </a:r>
          </a:p>
          <a:p>
            <a:pPr lvl="1"/>
            <a:r>
              <a:rPr lang="en-US" dirty="0"/>
              <a:t>Brainstorming</a:t>
            </a:r>
          </a:p>
          <a:p>
            <a:pPr lvl="1"/>
            <a:r>
              <a:rPr lang="en-US" b="1" dirty="0"/>
              <a:t>Worst possible idea</a:t>
            </a:r>
            <a:r>
              <a:rPr lang="en-US" dirty="0"/>
              <a:t> – start with an intentionally bad idea and make it better.</a:t>
            </a:r>
          </a:p>
          <a:p>
            <a:pPr lvl="1"/>
            <a:r>
              <a:rPr lang="en-US" dirty="0"/>
              <a:t>Storyboarding</a:t>
            </a:r>
          </a:p>
        </p:txBody>
      </p:sp>
    </p:spTree>
    <p:extLst>
      <p:ext uri="{BB962C8B-B14F-4D97-AF65-F5344CB8AC3E}">
        <p14:creationId xmlns:p14="http://schemas.microsoft.com/office/powerpoint/2010/main" val="17952972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6E79DE64-6A84-4E1D-ACEE-8C157D84A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3. Ideate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8A4FC12-BD94-447D-9FBD-31761ECCE0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will really solve this problem?</a:t>
            </a:r>
          </a:p>
          <a:p>
            <a:pPr lvl="1"/>
            <a:r>
              <a:rPr lang="en-US" dirty="0"/>
              <a:t>Maybe you came in with an existing idea, but is there a better solution? Don’t get stuck in your thinking.</a:t>
            </a:r>
          </a:p>
          <a:p>
            <a:r>
              <a:rPr lang="en-US" dirty="0"/>
              <a:t>Techniques for coming up with original ideas:</a:t>
            </a:r>
          </a:p>
          <a:p>
            <a:pPr lvl="1"/>
            <a:r>
              <a:rPr lang="en-US" dirty="0"/>
              <a:t>Analogies</a:t>
            </a:r>
          </a:p>
          <a:p>
            <a:pPr lvl="1"/>
            <a:r>
              <a:rPr lang="en-US" dirty="0"/>
              <a:t>Bodystorming</a:t>
            </a:r>
          </a:p>
          <a:p>
            <a:pPr lvl="1"/>
            <a:r>
              <a:rPr lang="en-US" dirty="0"/>
              <a:t>Brainstorming</a:t>
            </a:r>
          </a:p>
          <a:p>
            <a:pPr lvl="1"/>
            <a:r>
              <a:rPr lang="en-US" dirty="0"/>
              <a:t>Worst possible idea</a:t>
            </a:r>
          </a:p>
          <a:p>
            <a:pPr lvl="1"/>
            <a:r>
              <a:rPr lang="en-US" b="1" dirty="0"/>
              <a:t>Storyboarding</a:t>
            </a:r>
            <a:r>
              <a:rPr lang="en-US" dirty="0"/>
              <a:t> – draw out the situations to help you visualize.</a:t>
            </a:r>
          </a:p>
        </p:txBody>
      </p:sp>
    </p:spTree>
    <p:extLst>
      <p:ext uri="{BB962C8B-B14F-4D97-AF65-F5344CB8AC3E}">
        <p14:creationId xmlns:p14="http://schemas.microsoft.com/office/powerpoint/2010/main" val="71873521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7B4021-D6DB-4D5B-ADD9-DD12F868BD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Prototype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69CE7-5395-4E2F-97E4-8B3A3146E0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goal is to test promising ideas in the real-world.</a:t>
            </a:r>
          </a:p>
          <a:p>
            <a:r>
              <a:rPr lang="en-US" dirty="0"/>
              <a:t>Be creative to avoid doing work at this phase!</a:t>
            </a:r>
          </a:p>
          <a:p>
            <a:pPr lvl="1"/>
            <a:r>
              <a:rPr lang="en-US" dirty="0"/>
              <a:t>Game: Play existing game with custom rules? Paper prototype?</a:t>
            </a:r>
          </a:p>
          <a:p>
            <a:pPr lvl="1"/>
            <a:r>
              <a:rPr lang="en-US" dirty="0"/>
              <a:t>Social Sharing App: Test with friends and a FB/Slack group?</a:t>
            </a:r>
          </a:p>
          <a:p>
            <a:pPr lvl="1"/>
            <a:r>
              <a:rPr lang="en-US" dirty="0"/>
              <a:t>AI-Powered Website: email all the submissions to yourself.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434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6AA7B9-675F-4D39-8B21-6EA7CE9A0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5. Test!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14FC0-9CAF-4181-A786-1172AB268B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Try the prototypes with actual users!</a:t>
            </a:r>
          </a:p>
          <a:p>
            <a:r>
              <a:rPr lang="en-US" dirty="0"/>
              <a:t>Goal: prove it’s a </a:t>
            </a:r>
            <a:r>
              <a:rPr lang="en-US" b="1" dirty="0"/>
              <a:t>bad</a:t>
            </a:r>
            <a:r>
              <a:rPr lang="en-US" dirty="0"/>
              <a:t> idea!</a:t>
            </a:r>
          </a:p>
          <a:p>
            <a:pPr lvl="1"/>
            <a:r>
              <a:rPr lang="en-US" dirty="0"/>
              <a:t>Save yourself time!</a:t>
            </a:r>
          </a:p>
        </p:txBody>
      </p:sp>
    </p:spTree>
    <p:extLst>
      <p:ext uri="{BB962C8B-B14F-4D97-AF65-F5344CB8AC3E}">
        <p14:creationId xmlns:p14="http://schemas.microsoft.com/office/powerpoint/2010/main" val="356870060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91AC17E-3EDF-4BED-980E-DF7549B301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0441" y="0"/>
            <a:ext cx="84711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07519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59D0D7-5DC1-4BC0-B42E-C5E619C0F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971626"/>
            <a:ext cx="9144000" cy="914748"/>
          </a:xfrm>
        </p:spPr>
        <p:txBody>
          <a:bodyPr>
            <a:normAutofit/>
          </a:bodyPr>
          <a:lstStyle/>
          <a:p>
            <a:r>
              <a:rPr lang="en-US" dirty="0"/>
              <a:t>What Will You Make?</a:t>
            </a:r>
          </a:p>
        </p:txBody>
      </p:sp>
    </p:spTree>
    <p:extLst>
      <p:ext uri="{BB962C8B-B14F-4D97-AF65-F5344CB8AC3E}">
        <p14:creationId xmlns:p14="http://schemas.microsoft.com/office/powerpoint/2010/main" val="33265504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959D0D7-5DC1-4BC0-B42E-C5E619C0F4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14252"/>
            <a:ext cx="9144000" cy="1829495"/>
          </a:xfrm>
        </p:spPr>
        <p:txBody>
          <a:bodyPr>
            <a:normAutofit/>
          </a:bodyPr>
          <a:lstStyle/>
          <a:p>
            <a:r>
              <a:rPr lang="en-US" dirty="0"/>
              <a:t>What </a:t>
            </a:r>
            <a:r>
              <a:rPr lang="en-US" dirty="0">
                <a:solidFill>
                  <a:schemeClr val="accent6"/>
                </a:solidFill>
              </a:rPr>
              <a:t>Problem</a:t>
            </a:r>
            <a:r>
              <a:rPr lang="en-US" dirty="0"/>
              <a:t> Will You </a:t>
            </a:r>
            <a:r>
              <a:rPr lang="en-US" strike="sngStrike" dirty="0">
                <a:solidFill>
                  <a:srgbClr val="FF0000"/>
                </a:solidFill>
              </a:rPr>
              <a:t>Make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Solve</a:t>
            </a:r>
            <a:r>
              <a:rPr lang="en-US" dirty="0"/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4095002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7F4DE022CD3234FB5AE87B6F17D5941" ma:contentTypeVersion="2" ma:contentTypeDescription="Create a new document." ma:contentTypeScope="" ma:versionID="c4ac3deacfe6356eb74514aad7f3ab05">
  <xsd:schema xmlns:xsd="http://www.w3.org/2001/XMLSchema" xmlns:xs="http://www.w3.org/2001/XMLSchema" xmlns:p="http://schemas.microsoft.com/office/2006/metadata/properties" xmlns:ns2="e5d9ae15-bb73-4e64-9fdc-fd2367749ea9" targetNamespace="http://schemas.microsoft.com/office/2006/metadata/properties" ma:root="true" ma:fieldsID="ee40e9f081340765167e6507ca7e2b3f" ns2:_="">
    <xsd:import namespace="e5d9ae15-bb73-4e64-9fdc-fd2367749e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d9ae15-bb73-4e64-9fdc-fd2367749ea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84BD9C2-AF7A-4861-9C62-8A3B3D34D1F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d9ae15-bb73-4e64-9fdc-fd2367749ea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3B51161-674E-4ADA-8C9C-7E864308F8A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10B696E-D82D-40C4-B6A3-8862708C8A0A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e5d9ae15-bb73-4e64-9fdc-fd2367749ea9"/>
    <ds:schemaRef ds:uri="http://purl.org/dc/dcmitype/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979</Words>
  <Application>Microsoft Office PowerPoint</Application>
  <PresentationFormat>Widescreen</PresentationFormat>
  <Paragraphs>157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Arial</vt:lpstr>
      <vt:lpstr>Calibri</vt:lpstr>
      <vt:lpstr>Calibri Light</vt:lpstr>
      <vt:lpstr>Office Theme</vt:lpstr>
      <vt:lpstr>Design Thinking: What Will You Make?</vt:lpstr>
      <vt:lpstr>PowerPoint Presentation</vt:lpstr>
      <vt:lpstr>PowerPoint Presentation</vt:lpstr>
      <vt:lpstr>Design: Not Just How it Looks</vt:lpstr>
      <vt:lpstr>We all want to make something people love.</vt:lpstr>
      <vt:lpstr>“Make something people want.”</vt:lpstr>
      <vt:lpstr>How do we do that?</vt:lpstr>
      <vt:lpstr>Start with some rules:</vt:lpstr>
      <vt:lpstr>Design Thinking Process</vt:lpstr>
      <vt:lpstr>Design Thinking Process</vt:lpstr>
      <vt:lpstr>Design Thinking Process</vt:lpstr>
      <vt:lpstr>Design Thinking Process</vt:lpstr>
      <vt:lpstr>Design Thinking Process</vt:lpstr>
      <vt:lpstr>Design Thinking Process</vt:lpstr>
      <vt:lpstr>1. Empathize</vt:lpstr>
      <vt:lpstr>PowerPoint Presentation</vt:lpstr>
      <vt:lpstr>1. Empathize: “I want to make a game.”</vt:lpstr>
      <vt:lpstr>2. Define</vt:lpstr>
      <vt:lpstr>2. Define</vt:lpstr>
      <vt:lpstr>2. Define</vt:lpstr>
      <vt:lpstr>2. Define</vt:lpstr>
      <vt:lpstr>2. Define</vt:lpstr>
      <vt:lpstr>2. Define</vt:lpstr>
      <vt:lpstr>3. Ideate</vt:lpstr>
      <vt:lpstr>3. Ideate</vt:lpstr>
      <vt:lpstr>3. Ideate</vt:lpstr>
      <vt:lpstr>3. Ideate</vt:lpstr>
      <vt:lpstr>3. Ideate</vt:lpstr>
      <vt:lpstr>3. Ideate</vt:lpstr>
      <vt:lpstr>4. Prototype</vt:lpstr>
      <vt:lpstr>5. Test!</vt:lpstr>
      <vt:lpstr>PowerPoint Presentation</vt:lpstr>
      <vt:lpstr>What Will You Make?</vt:lpstr>
      <vt:lpstr>What Problem Will You Make Solve?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Design Thinking</dc:title>
  <dc:creator>Tyler Menezes</dc:creator>
  <cp:lastModifiedBy>Tyler Menezes</cp:lastModifiedBy>
  <cp:revision>4</cp:revision>
  <dcterms:created xsi:type="dcterms:W3CDTF">2019-07-08T16:34:47Z</dcterms:created>
  <dcterms:modified xsi:type="dcterms:W3CDTF">2019-07-08T17:58:40Z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df866d2-c453-48b4-b745-0a621fccadf0_Enabled">
    <vt:lpwstr>true</vt:lpwstr>
  </property>
  <property fmtid="{D5CDD505-2E9C-101B-9397-08002B2CF9AE}" pid="3" name="MSIP_Label_fdf866d2-c453-48b4-b745-0a621fccadf0_SetDate">
    <vt:lpwstr>2019-07-08T17:02:35Z</vt:lpwstr>
  </property>
  <property fmtid="{D5CDD505-2E9C-101B-9397-08002B2CF9AE}" pid="4" name="MSIP_Label_fdf866d2-c453-48b4-b745-0a621fccadf0_Method">
    <vt:lpwstr>Standard</vt:lpwstr>
  </property>
  <property fmtid="{D5CDD505-2E9C-101B-9397-08002B2CF9AE}" pid="5" name="MSIP_Label_fdf866d2-c453-48b4-b745-0a621fccadf0_Name">
    <vt:lpwstr>Public</vt:lpwstr>
  </property>
  <property fmtid="{D5CDD505-2E9C-101B-9397-08002B2CF9AE}" pid="6" name="MSIP_Label_fdf866d2-c453-48b4-b745-0a621fccadf0_SiteId">
    <vt:lpwstr>333c5ac7-d7c4-407b-a5c3-fd5551babf38</vt:lpwstr>
  </property>
  <property fmtid="{D5CDD505-2E9C-101B-9397-08002B2CF9AE}" pid="7" name="MSIP_Label_fdf866d2-c453-48b4-b745-0a621fccadf0_ActionId">
    <vt:lpwstr>ad67f8ac-21a1-45f8-a653-00006361964b</vt:lpwstr>
  </property>
  <property fmtid="{D5CDD505-2E9C-101B-9397-08002B2CF9AE}" pid="8" name="ContentTypeId">
    <vt:lpwstr>0x010100B7F4DE022CD3234FB5AE87B6F17D5941</vt:lpwstr>
  </property>
</Properties>
</file>