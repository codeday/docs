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31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58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9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>
                <a:latin typeface="Avenir Next Demi Bold" panose="020B07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>
                <a:latin typeface="Avenir Next Demi Bold" panose="020B07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68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5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1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5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86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1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1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C2A07-C9A7-476A-B9B3-407189531093}" type="datetimeFigureOut">
              <a:rPr lang="en-US" smtClean="0"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CC14C-D080-4F06-A57F-3E103765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7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rnd.org/contac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Let’s make a web application!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srnd.org </a:t>
            </a:r>
            <a:r>
              <a:rPr lang="en-US" dirty="0" err="1"/>
              <a:t>CodeBreak</a:t>
            </a:r>
            <a:r>
              <a:rPr lang="en-US" dirty="0"/>
              <a:t> Summer 2017</a:t>
            </a:r>
          </a:p>
        </p:txBody>
      </p:sp>
    </p:spTree>
    <p:extLst>
      <p:ext uri="{BB962C8B-B14F-4D97-AF65-F5344CB8AC3E}">
        <p14:creationId xmlns:p14="http://schemas.microsoft.com/office/powerpoint/2010/main" val="151831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Describes what’s on a website.</a:t>
            </a:r>
          </a:p>
          <a:p>
            <a:r>
              <a:rPr lang="en-US" dirty="0"/>
              <a:t>CSS makes it look fancy, JS makes things happen (in the browser). Not worried about these for now.</a:t>
            </a:r>
          </a:p>
          <a:p>
            <a:r>
              <a:rPr lang="en-US" dirty="0" err="1"/>
              <a:t>E.g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  <a:t>&lt;html&gt;</a:t>
            </a:r>
            <a:b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  <a:t>  &lt;head&gt;</a:t>
            </a:r>
            <a:b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  <a:t>    &lt;title&gt;Test Page&lt;/title&gt;</a:t>
            </a:r>
            <a:b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  <a:t>  &lt;/head&gt;</a:t>
            </a:r>
            <a:b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  <a:t>  &lt;body&gt;</a:t>
            </a:r>
            <a:b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  <a:t>    &lt;h1&gt;Test Page&lt;/h1&gt;</a:t>
            </a:r>
            <a:b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  <a:t>    &lt;p&gt;Hello!&lt;/p&gt;</a:t>
            </a:r>
            <a:b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  <a:t>  &lt;/body&gt;</a:t>
            </a:r>
            <a:b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800" dirty="0">
                <a:latin typeface="Fira Code" panose="020B0509050000020004" pitchFamily="49" charset="0"/>
                <a:ea typeface="Fira Code" panose="020B0509050000020004" pitchFamily="49" charset="0"/>
              </a:rPr>
              <a:t>&lt;/html&gt;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575" y="3854904"/>
            <a:ext cx="1466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61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 program – responds to requests</a:t>
            </a:r>
          </a:p>
          <a:p>
            <a:r>
              <a:rPr lang="en-US" dirty="0"/>
              <a:t>Server computer – computer which runs server programs</a:t>
            </a:r>
          </a:p>
          <a:p>
            <a:r>
              <a:rPr lang="en-US" dirty="0"/>
              <a:t>Any computer can be a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940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“Language” browsers use to request HTML from server programs</a:t>
            </a:r>
          </a:p>
          <a:p>
            <a:r>
              <a:rPr lang="en-US" dirty="0"/>
              <a:t>Request:</a:t>
            </a:r>
            <a:br>
              <a:rPr lang="en-US" dirty="0"/>
            </a:br>
            <a:br>
              <a:rPr lang="en-US" dirty="0"/>
            </a:br>
            <a:r>
              <a:rPr lang="en-US" sz="2100" dirty="0">
                <a:latin typeface="Fira Code" panose="020B0509050000020004" pitchFamily="49" charset="0"/>
                <a:ea typeface="Fira Code" panose="020B0509050000020004" pitchFamily="49" charset="0"/>
              </a:rPr>
              <a:t>GET /test HTTP/1.1</a:t>
            </a:r>
            <a:br>
              <a:rPr lang="en-US" sz="21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2100" dirty="0">
                <a:latin typeface="Fira Code" panose="020B0509050000020004" pitchFamily="49" charset="0"/>
                <a:ea typeface="Fira Code" panose="020B0509050000020004" pitchFamily="49" charset="0"/>
              </a:rPr>
              <a:t>Host: example.com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Response:</a:t>
            </a:r>
            <a:br>
              <a:rPr lang="en-US" dirty="0"/>
            </a:br>
            <a:br>
              <a:rPr lang="en-US" dirty="0"/>
            </a:br>
            <a: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  <a:t>HTTP/1.1 200 OK</a:t>
            </a:r>
            <a:b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  <a:t>Content-Type: text/html</a:t>
            </a:r>
            <a:b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b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  <a:t>&lt;html&gt;</a:t>
            </a:r>
            <a:b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  <a:t>  &lt;body&gt;&lt;h1&gt;Foo&lt;/h1&gt;&lt;/body&gt;</a:t>
            </a:r>
            <a:b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sz="1900" dirty="0">
                <a:latin typeface="Fira Code" panose="020B0509050000020004" pitchFamily="49" charset="0"/>
                <a:ea typeface="Fira Code" panose="020B0509050000020004" pitchFamily="49" charset="0"/>
              </a:rPr>
              <a:t>&lt;/html&gt;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3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magic!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https://srnd.org/contact</a:t>
            </a:r>
            <a:endParaRPr lang="en-US" dirty="0"/>
          </a:p>
          <a:p>
            <a:r>
              <a:rPr lang="en-US" dirty="0"/>
              <a:t>Browser sends the following:</a:t>
            </a:r>
            <a:br>
              <a:rPr lang="en-US" dirty="0"/>
            </a:br>
            <a:br>
              <a:rPr lang="en-US" dirty="0"/>
            </a:br>
            <a:r>
              <a:rPr lang="en-US" dirty="0">
                <a:latin typeface="Fira Code" panose="020B0509050000020004" pitchFamily="49" charset="0"/>
                <a:ea typeface="Fira Code" panose="020B0509050000020004" pitchFamily="49" charset="0"/>
              </a:rPr>
              <a:t>GET /contact HTTP/1.1</a:t>
            </a:r>
            <a:br>
              <a:rPr lang="en-US" dirty="0">
                <a:latin typeface="Fira Code" panose="020B0509050000020004" pitchFamily="49" charset="0"/>
                <a:ea typeface="Fira Code" panose="020B0509050000020004" pitchFamily="49" charset="0"/>
              </a:rPr>
            </a:br>
            <a:r>
              <a:rPr lang="en-US" dirty="0">
                <a:latin typeface="Fira Code" panose="020B0509050000020004" pitchFamily="49" charset="0"/>
                <a:ea typeface="Fira Code" panose="020B0509050000020004" pitchFamily="49" charset="0"/>
              </a:rPr>
              <a:t>Host: srnd.org</a:t>
            </a:r>
            <a:br>
              <a:rPr lang="en-US" dirty="0"/>
            </a:br>
            <a:endParaRPr lang="en-US" dirty="0"/>
          </a:p>
          <a:p>
            <a:r>
              <a:rPr lang="en-US" dirty="0"/>
              <a:t>/contact does NOT need to actually be a file somewhere</a:t>
            </a:r>
          </a:p>
          <a:p>
            <a:r>
              <a:rPr lang="en-US" dirty="0"/>
              <a:t>Program that “speaks” HTTP can do anything you want with it</a:t>
            </a:r>
          </a:p>
        </p:txBody>
      </p:sp>
    </p:spTree>
    <p:extLst>
      <p:ext uri="{BB962C8B-B14F-4D97-AF65-F5344CB8AC3E}">
        <p14:creationId xmlns:p14="http://schemas.microsoft.com/office/powerpoint/2010/main" val="222961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+ Django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framework to quickly make a web server program</a:t>
            </a:r>
          </a:p>
          <a:p>
            <a:r>
              <a:rPr lang="en-US" dirty="0"/>
              <a:t>Easy hosting, visit </a:t>
            </a:r>
            <a:r>
              <a:rPr lang="en-US" u="sng" dirty="0"/>
              <a:t>edit.srnd.org </a:t>
            </a:r>
            <a:r>
              <a:rPr lang="en-US" dirty="0"/>
              <a:t>to sign up</a:t>
            </a:r>
          </a:p>
        </p:txBody>
      </p:sp>
    </p:spTree>
    <p:extLst>
      <p:ext uri="{BB962C8B-B14F-4D97-AF65-F5344CB8AC3E}">
        <p14:creationId xmlns:p14="http://schemas.microsoft.com/office/powerpoint/2010/main" val="1190482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rnd.org">
      <a:dk1>
        <a:srgbClr val="4E4E4E"/>
      </a:dk1>
      <a:lt1>
        <a:sysClr val="window" lastClr="FFFFFF"/>
      </a:lt1>
      <a:dk2>
        <a:srgbClr val="4E4E4E"/>
      </a:dk2>
      <a:lt2>
        <a:srgbClr val="E6E6E6"/>
      </a:lt2>
      <a:accent1>
        <a:srgbClr val="3F97CC"/>
      </a:accent1>
      <a:accent2>
        <a:srgbClr val="FF686B"/>
      </a:accent2>
      <a:accent3>
        <a:srgbClr val="BDBDBD"/>
      </a:accent3>
      <a:accent4>
        <a:srgbClr val="84DCC6"/>
      </a:accent4>
      <a:accent5>
        <a:srgbClr val="FF686B"/>
      </a:accent5>
      <a:accent6>
        <a:srgbClr val="3F97CC"/>
      </a:accent6>
      <a:hlink>
        <a:srgbClr val="4E4E4E"/>
      </a:hlink>
      <a:folHlink>
        <a:srgbClr val="4E4E4E"/>
      </a:folHlink>
    </a:clrScheme>
    <a:fontScheme name="Avenir Next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125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Avenir Next</vt:lpstr>
      <vt:lpstr>Avenir Next Demi Bold</vt:lpstr>
      <vt:lpstr>Fira Code</vt:lpstr>
      <vt:lpstr>Office Theme</vt:lpstr>
      <vt:lpstr>Let’s make a web application!</vt:lpstr>
      <vt:lpstr>Review: HTML</vt:lpstr>
      <vt:lpstr>Review: Servers</vt:lpstr>
      <vt:lpstr>Review: HTTP</vt:lpstr>
      <vt:lpstr>Not magic!</vt:lpstr>
      <vt:lpstr>Python + Django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Menezes</dc:creator>
  <cp:lastModifiedBy>Tyler Menezes</cp:lastModifiedBy>
  <cp:revision>5</cp:revision>
  <dcterms:created xsi:type="dcterms:W3CDTF">2017-06-27T18:47:53Z</dcterms:created>
  <dcterms:modified xsi:type="dcterms:W3CDTF">2017-06-27T19:17:15Z</dcterms:modified>
</cp:coreProperties>
</file>